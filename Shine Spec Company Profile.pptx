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4476" y="848690"/>
            <a:ext cx="16260317" cy="31878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.png"/><Relationship Id="rId21" Type="http://schemas.openxmlformats.org/officeDocument/2006/relationships/image" Target="../media/image45.png"/><Relationship Id="rId42" Type="http://schemas.openxmlformats.org/officeDocument/2006/relationships/image" Target="../media/image66.png"/><Relationship Id="rId47" Type="http://schemas.openxmlformats.org/officeDocument/2006/relationships/image" Target="../media/image71.png"/><Relationship Id="rId63" Type="http://schemas.openxmlformats.org/officeDocument/2006/relationships/image" Target="../media/image87.png"/><Relationship Id="rId68" Type="http://schemas.openxmlformats.org/officeDocument/2006/relationships/image" Target="../media/image92.png"/><Relationship Id="rId16" Type="http://schemas.openxmlformats.org/officeDocument/2006/relationships/image" Target="../media/image4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37" Type="http://schemas.openxmlformats.org/officeDocument/2006/relationships/image" Target="../media/image61.png"/><Relationship Id="rId40" Type="http://schemas.openxmlformats.org/officeDocument/2006/relationships/image" Target="../media/image64.png"/><Relationship Id="rId45" Type="http://schemas.openxmlformats.org/officeDocument/2006/relationships/image" Target="../media/image69.png"/><Relationship Id="rId53" Type="http://schemas.openxmlformats.org/officeDocument/2006/relationships/image" Target="../media/image77.png"/><Relationship Id="rId58" Type="http://schemas.openxmlformats.org/officeDocument/2006/relationships/image" Target="../media/image82.png"/><Relationship Id="rId66" Type="http://schemas.openxmlformats.org/officeDocument/2006/relationships/image" Target="../media/image90.png"/><Relationship Id="rId74" Type="http://schemas.openxmlformats.org/officeDocument/2006/relationships/image" Target="../media/image98.png"/><Relationship Id="rId5" Type="http://schemas.openxmlformats.org/officeDocument/2006/relationships/image" Target="../media/image29.png"/><Relationship Id="rId61" Type="http://schemas.openxmlformats.org/officeDocument/2006/relationships/image" Target="../media/image85.png"/><Relationship Id="rId19" Type="http://schemas.openxmlformats.org/officeDocument/2006/relationships/image" Target="../media/image4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Relationship Id="rId43" Type="http://schemas.openxmlformats.org/officeDocument/2006/relationships/image" Target="../media/image67.png"/><Relationship Id="rId48" Type="http://schemas.openxmlformats.org/officeDocument/2006/relationships/image" Target="../media/image72.png"/><Relationship Id="rId56" Type="http://schemas.openxmlformats.org/officeDocument/2006/relationships/image" Target="../media/image80.png"/><Relationship Id="rId64" Type="http://schemas.openxmlformats.org/officeDocument/2006/relationships/image" Target="../media/image88.png"/><Relationship Id="rId69" Type="http://schemas.openxmlformats.org/officeDocument/2006/relationships/image" Target="../media/image93.png"/><Relationship Id="rId77" Type="http://schemas.openxmlformats.org/officeDocument/2006/relationships/image" Target="../media/image101.png"/><Relationship Id="rId8" Type="http://schemas.openxmlformats.org/officeDocument/2006/relationships/image" Target="../media/image32.png"/><Relationship Id="rId51" Type="http://schemas.openxmlformats.org/officeDocument/2006/relationships/image" Target="../media/image75.png"/><Relationship Id="rId72" Type="http://schemas.openxmlformats.org/officeDocument/2006/relationships/image" Target="../media/image96.png"/><Relationship Id="rId3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38" Type="http://schemas.openxmlformats.org/officeDocument/2006/relationships/image" Target="../media/image62.png"/><Relationship Id="rId46" Type="http://schemas.openxmlformats.org/officeDocument/2006/relationships/image" Target="../media/image70.png"/><Relationship Id="rId59" Type="http://schemas.openxmlformats.org/officeDocument/2006/relationships/image" Target="../media/image83.png"/><Relationship Id="rId67" Type="http://schemas.openxmlformats.org/officeDocument/2006/relationships/image" Target="../media/image91.png"/><Relationship Id="rId20" Type="http://schemas.openxmlformats.org/officeDocument/2006/relationships/image" Target="../media/image44.png"/><Relationship Id="rId41" Type="http://schemas.openxmlformats.org/officeDocument/2006/relationships/image" Target="../media/image65.png"/><Relationship Id="rId54" Type="http://schemas.openxmlformats.org/officeDocument/2006/relationships/image" Target="../media/image78.png"/><Relationship Id="rId62" Type="http://schemas.openxmlformats.org/officeDocument/2006/relationships/image" Target="../media/image86.png"/><Relationship Id="rId70" Type="http://schemas.openxmlformats.org/officeDocument/2006/relationships/image" Target="../media/image94.png"/><Relationship Id="rId75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36" Type="http://schemas.openxmlformats.org/officeDocument/2006/relationships/image" Target="../media/image60.png"/><Relationship Id="rId49" Type="http://schemas.openxmlformats.org/officeDocument/2006/relationships/image" Target="../media/image73.png"/><Relationship Id="rId57" Type="http://schemas.openxmlformats.org/officeDocument/2006/relationships/image" Target="../media/image81.png"/><Relationship Id="rId10" Type="http://schemas.openxmlformats.org/officeDocument/2006/relationships/image" Target="../media/image34.png"/><Relationship Id="rId31" Type="http://schemas.openxmlformats.org/officeDocument/2006/relationships/image" Target="../media/image55.png"/><Relationship Id="rId44" Type="http://schemas.openxmlformats.org/officeDocument/2006/relationships/image" Target="../media/image68.png"/><Relationship Id="rId52" Type="http://schemas.openxmlformats.org/officeDocument/2006/relationships/image" Target="../media/image76.png"/><Relationship Id="rId60" Type="http://schemas.openxmlformats.org/officeDocument/2006/relationships/image" Target="../media/image84.png"/><Relationship Id="rId65" Type="http://schemas.openxmlformats.org/officeDocument/2006/relationships/image" Target="../media/image89.png"/><Relationship Id="rId73" Type="http://schemas.openxmlformats.org/officeDocument/2006/relationships/image" Target="../media/image97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9" Type="http://schemas.openxmlformats.org/officeDocument/2006/relationships/image" Target="../media/image63.png"/><Relationship Id="rId34" Type="http://schemas.openxmlformats.org/officeDocument/2006/relationships/image" Target="../media/image58.png"/><Relationship Id="rId50" Type="http://schemas.openxmlformats.org/officeDocument/2006/relationships/image" Target="../media/image74.png"/><Relationship Id="rId55" Type="http://schemas.openxmlformats.org/officeDocument/2006/relationships/image" Target="../media/image79.png"/><Relationship Id="rId76" Type="http://schemas.openxmlformats.org/officeDocument/2006/relationships/image" Target="../media/image100.png"/><Relationship Id="rId7" Type="http://schemas.openxmlformats.org/officeDocument/2006/relationships/image" Target="../media/image31.png"/><Relationship Id="rId71" Type="http://schemas.openxmlformats.org/officeDocument/2006/relationships/image" Target="../media/image95.png"/><Relationship Id="rId2" Type="http://schemas.openxmlformats.org/officeDocument/2006/relationships/image" Target="../media/image26.png"/><Relationship Id="rId29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6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10" Type="http://schemas.openxmlformats.org/officeDocument/2006/relationships/image" Target="../media/image2.png"/><Relationship Id="rId4" Type="http://schemas.openxmlformats.org/officeDocument/2006/relationships/image" Target="../media/image129.png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8802370" cy="10287000"/>
            <a:chOff x="0" y="-1"/>
            <a:chExt cx="880237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0192" y="-1"/>
              <a:ext cx="7225665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90320" cy="10287000"/>
            </a:xfrm>
            <a:custGeom>
              <a:avLst/>
              <a:gdLst/>
              <a:ahLst/>
              <a:cxnLst/>
              <a:rect l="l" t="t" r="r" b="b"/>
              <a:pathLst>
                <a:path w="1290320" h="10287000">
                  <a:moveTo>
                    <a:pt x="0" y="10287000"/>
                  </a:moveTo>
                  <a:lnTo>
                    <a:pt x="1290193" y="10287000"/>
                  </a:lnTo>
                  <a:lnTo>
                    <a:pt x="1290193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17696" y="2383917"/>
              <a:ext cx="4885055" cy="3411854"/>
            </a:xfrm>
            <a:custGeom>
              <a:avLst/>
              <a:gdLst/>
              <a:ahLst/>
              <a:cxnLst/>
              <a:rect l="l" t="t" r="r" b="b"/>
              <a:pathLst>
                <a:path w="4885055" h="3411854">
                  <a:moveTo>
                    <a:pt x="4884674" y="0"/>
                  </a:moveTo>
                  <a:lnTo>
                    <a:pt x="0" y="0"/>
                  </a:lnTo>
                  <a:lnTo>
                    <a:pt x="0" y="3411473"/>
                  </a:lnTo>
                  <a:lnTo>
                    <a:pt x="4884674" y="3411473"/>
                  </a:lnTo>
                  <a:lnTo>
                    <a:pt x="4884674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5575" y="2466848"/>
            <a:ext cx="9063355" cy="4293870"/>
          </a:xfrm>
          <a:prstGeom prst="rect">
            <a:avLst/>
          </a:prstGeom>
        </p:spPr>
        <p:txBody>
          <a:bodyPr vert="horz" wrap="square" lIns="0" tIns="279400" rIns="0" bIns="0" rtlCol="0">
            <a:spAutoFit/>
          </a:bodyPr>
          <a:lstStyle/>
          <a:p>
            <a:pPr marL="12700" marR="5080" algn="ctr">
              <a:lnSpc>
                <a:spcPts val="10500"/>
              </a:lnSpc>
              <a:spcBef>
                <a:spcPts val="2200"/>
              </a:spcBef>
            </a:pPr>
            <a:r>
              <a:rPr sz="10500" spc="894" dirty="0"/>
              <a:t>SHINE</a:t>
            </a:r>
            <a:r>
              <a:rPr sz="10500" spc="590" dirty="0"/>
              <a:t> </a:t>
            </a:r>
            <a:r>
              <a:rPr sz="10500" spc="550" dirty="0"/>
              <a:t>SPEC </a:t>
            </a:r>
            <a:r>
              <a:rPr sz="10500" spc="900" dirty="0"/>
              <a:t>COMPANY </a:t>
            </a:r>
            <a:r>
              <a:rPr sz="10500" spc="695" dirty="0"/>
              <a:t>PROFILE</a:t>
            </a:r>
            <a:endParaRPr sz="10500" dirty="0"/>
          </a:p>
        </p:txBody>
      </p:sp>
      <p:sp>
        <p:nvSpPr>
          <p:cNvPr id="7" name="object 7"/>
          <p:cNvSpPr/>
          <p:nvPr/>
        </p:nvSpPr>
        <p:spPr>
          <a:xfrm>
            <a:off x="13078967" y="2622804"/>
            <a:ext cx="487680" cy="2934335"/>
          </a:xfrm>
          <a:custGeom>
            <a:avLst/>
            <a:gdLst/>
            <a:ahLst/>
            <a:cxnLst/>
            <a:rect l="l" t="t" r="r" b="b"/>
            <a:pathLst>
              <a:path w="487680" h="2934335">
                <a:moveTo>
                  <a:pt x="487146" y="0"/>
                </a:moveTo>
                <a:lnTo>
                  <a:pt x="0" y="0"/>
                </a:lnTo>
                <a:lnTo>
                  <a:pt x="0" y="2933827"/>
                </a:lnTo>
                <a:lnTo>
                  <a:pt x="487146" y="2933827"/>
                </a:lnTo>
                <a:lnTo>
                  <a:pt x="487146" y="0"/>
                </a:lnTo>
                <a:close/>
              </a:path>
            </a:pathLst>
          </a:custGeom>
          <a:solidFill>
            <a:srgbClr val="176B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844769" y="6772020"/>
            <a:ext cx="19050" cy="3515360"/>
          </a:xfrm>
          <a:custGeom>
            <a:avLst/>
            <a:gdLst/>
            <a:ahLst/>
            <a:cxnLst/>
            <a:rect l="l" t="t" r="r" b="b"/>
            <a:pathLst>
              <a:path w="19050" h="3515359">
                <a:moveTo>
                  <a:pt x="19050" y="0"/>
                </a:moveTo>
                <a:lnTo>
                  <a:pt x="0" y="0"/>
                </a:lnTo>
                <a:lnTo>
                  <a:pt x="0" y="3514974"/>
                </a:lnTo>
                <a:lnTo>
                  <a:pt x="19050" y="3514974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95245" y="9236354"/>
            <a:ext cx="2610865" cy="3398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1497" y="724788"/>
            <a:ext cx="184404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635" y="-1"/>
            <a:ext cx="7230364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1433017"/>
            <a:ext cx="4542155" cy="2262505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 marR="5080">
              <a:lnSpc>
                <a:spcPts val="8009"/>
              </a:lnSpc>
              <a:spcBef>
                <a:spcPts val="1695"/>
              </a:spcBef>
            </a:pPr>
            <a:r>
              <a:rPr spc="880" dirty="0">
                <a:solidFill>
                  <a:srgbClr val="221F1F"/>
                </a:solidFill>
              </a:rPr>
              <a:t>Table</a:t>
            </a:r>
            <a:r>
              <a:rPr spc="415" dirty="0">
                <a:solidFill>
                  <a:srgbClr val="221F1F"/>
                </a:solidFill>
              </a:rPr>
              <a:t> </a:t>
            </a:r>
            <a:r>
              <a:rPr spc="840" dirty="0">
                <a:solidFill>
                  <a:srgbClr val="221F1F"/>
                </a:solidFill>
              </a:rPr>
              <a:t>of </a:t>
            </a:r>
            <a:r>
              <a:rPr spc="910" dirty="0">
                <a:solidFill>
                  <a:srgbClr val="221F1F"/>
                </a:solidFill>
              </a:rPr>
              <a:t>Content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887851" y="4659884"/>
            <a:ext cx="695960" cy="695960"/>
            <a:chOff x="3887851" y="4659884"/>
            <a:chExt cx="695960" cy="695960"/>
          </a:xfrm>
        </p:grpSpPr>
        <p:sp>
          <p:nvSpPr>
            <p:cNvPr id="5" name="object 5"/>
            <p:cNvSpPr/>
            <p:nvPr/>
          </p:nvSpPr>
          <p:spPr>
            <a:xfrm>
              <a:off x="3887851" y="4659884"/>
              <a:ext cx="695960" cy="695960"/>
            </a:xfrm>
            <a:custGeom>
              <a:avLst/>
              <a:gdLst/>
              <a:ahLst/>
              <a:cxnLst/>
              <a:rect l="l" t="t" r="r" b="b"/>
              <a:pathLst>
                <a:path w="695960" h="695960">
                  <a:moveTo>
                    <a:pt x="347725" y="0"/>
                  </a:moveTo>
                  <a:lnTo>
                    <a:pt x="300545" y="3174"/>
                  </a:lnTo>
                  <a:lnTo>
                    <a:pt x="255293" y="12422"/>
                  </a:lnTo>
                  <a:lnTo>
                    <a:pt x="212383" y="27328"/>
                  </a:lnTo>
                  <a:lnTo>
                    <a:pt x="172230" y="47479"/>
                  </a:lnTo>
                  <a:lnTo>
                    <a:pt x="135249" y="72459"/>
                  </a:lnTo>
                  <a:lnTo>
                    <a:pt x="101853" y="101853"/>
                  </a:lnTo>
                  <a:lnTo>
                    <a:pt x="72459" y="135249"/>
                  </a:lnTo>
                  <a:lnTo>
                    <a:pt x="47479" y="172230"/>
                  </a:lnTo>
                  <a:lnTo>
                    <a:pt x="27328" y="212383"/>
                  </a:lnTo>
                  <a:lnTo>
                    <a:pt x="12422" y="255293"/>
                  </a:lnTo>
                  <a:lnTo>
                    <a:pt x="3174" y="300545"/>
                  </a:lnTo>
                  <a:lnTo>
                    <a:pt x="0" y="347725"/>
                  </a:lnTo>
                  <a:lnTo>
                    <a:pt x="3174" y="394906"/>
                  </a:lnTo>
                  <a:lnTo>
                    <a:pt x="12422" y="440158"/>
                  </a:lnTo>
                  <a:lnTo>
                    <a:pt x="27328" y="483068"/>
                  </a:lnTo>
                  <a:lnTo>
                    <a:pt x="47479" y="523221"/>
                  </a:lnTo>
                  <a:lnTo>
                    <a:pt x="72459" y="560202"/>
                  </a:lnTo>
                  <a:lnTo>
                    <a:pt x="101853" y="593598"/>
                  </a:lnTo>
                  <a:lnTo>
                    <a:pt x="135249" y="622992"/>
                  </a:lnTo>
                  <a:lnTo>
                    <a:pt x="172230" y="647972"/>
                  </a:lnTo>
                  <a:lnTo>
                    <a:pt x="212383" y="668123"/>
                  </a:lnTo>
                  <a:lnTo>
                    <a:pt x="255293" y="683029"/>
                  </a:lnTo>
                  <a:lnTo>
                    <a:pt x="300545" y="692277"/>
                  </a:lnTo>
                  <a:lnTo>
                    <a:pt x="347725" y="695451"/>
                  </a:lnTo>
                  <a:lnTo>
                    <a:pt x="394906" y="692277"/>
                  </a:lnTo>
                  <a:lnTo>
                    <a:pt x="440158" y="683029"/>
                  </a:lnTo>
                  <a:lnTo>
                    <a:pt x="483068" y="668123"/>
                  </a:lnTo>
                  <a:lnTo>
                    <a:pt x="523221" y="647972"/>
                  </a:lnTo>
                  <a:lnTo>
                    <a:pt x="560202" y="622992"/>
                  </a:lnTo>
                  <a:lnTo>
                    <a:pt x="593598" y="593598"/>
                  </a:lnTo>
                  <a:lnTo>
                    <a:pt x="622992" y="560202"/>
                  </a:lnTo>
                  <a:lnTo>
                    <a:pt x="647972" y="523221"/>
                  </a:lnTo>
                  <a:lnTo>
                    <a:pt x="668123" y="483068"/>
                  </a:lnTo>
                  <a:lnTo>
                    <a:pt x="683029" y="440158"/>
                  </a:lnTo>
                  <a:lnTo>
                    <a:pt x="692277" y="394906"/>
                  </a:lnTo>
                  <a:lnTo>
                    <a:pt x="695451" y="347725"/>
                  </a:lnTo>
                  <a:lnTo>
                    <a:pt x="692277" y="300545"/>
                  </a:lnTo>
                  <a:lnTo>
                    <a:pt x="683029" y="255293"/>
                  </a:lnTo>
                  <a:lnTo>
                    <a:pt x="668123" y="212383"/>
                  </a:lnTo>
                  <a:lnTo>
                    <a:pt x="647972" y="172230"/>
                  </a:lnTo>
                  <a:lnTo>
                    <a:pt x="622992" y="135249"/>
                  </a:lnTo>
                  <a:lnTo>
                    <a:pt x="593598" y="101853"/>
                  </a:lnTo>
                  <a:lnTo>
                    <a:pt x="560202" y="72459"/>
                  </a:lnTo>
                  <a:lnTo>
                    <a:pt x="523221" y="47479"/>
                  </a:lnTo>
                  <a:lnTo>
                    <a:pt x="483068" y="27328"/>
                  </a:lnTo>
                  <a:lnTo>
                    <a:pt x="440158" y="12422"/>
                  </a:lnTo>
                  <a:lnTo>
                    <a:pt x="394906" y="3174"/>
                  </a:lnTo>
                  <a:lnTo>
                    <a:pt x="347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28128" y="4800182"/>
              <a:ext cx="419100" cy="419734"/>
            </a:xfrm>
            <a:custGeom>
              <a:avLst/>
              <a:gdLst/>
              <a:ahLst/>
              <a:cxnLst/>
              <a:rect l="l" t="t" r="r" b="b"/>
              <a:pathLst>
                <a:path w="419100" h="419735">
                  <a:moveTo>
                    <a:pt x="209540" y="0"/>
                  </a:moveTo>
                  <a:lnTo>
                    <a:pt x="121311" y="0"/>
                  </a:lnTo>
                  <a:lnTo>
                    <a:pt x="88225" y="33088"/>
                  </a:lnTo>
                  <a:lnTo>
                    <a:pt x="88225" y="88235"/>
                  </a:lnTo>
                  <a:lnTo>
                    <a:pt x="55143" y="88235"/>
                  </a:lnTo>
                  <a:lnTo>
                    <a:pt x="33681" y="92569"/>
                  </a:lnTo>
                  <a:lnTo>
                    <a:pt x="16153" y="104389"/>
                  </a:lnTo>
                  <a:lnTo>
                    <a:pt x="4334" y="121919"/>
                  </a:lnTo>
                  <a:lnTo>
                    <a:pt x="0" y="143382"/>
                  </a:lnTo>
                  <a:lnTo>
                    <a:pt x="0" y="363970"/>
                  </a:lnTo>
                  <a:lnTo>
                    <a:pt x="16153" y="402963"/>
                  </a:lnTo>
                  <a:lnTo>
                    <a:pt x="55143" y="419116"/>
                  </a:lnTo>
                  <a:lnTo>
                    <a:pt x="363942" y="419117"/>
                  </a:lnTo>
                  <a:lnTo>
                    <a:pt x="385407" y="414782"/>
                  </a:lnTo>
                  <a:lnTo>
                    <a:pt x="402935" y="402963"/>
                  </a:lnTo>
                  <a:lnTo>
                    <a:pt x="406916" y="397058"/>
                  </a:lnTo>
                  <a:lnTo>
                    <a:pt x="55143" y="397058"/>
                  </a:lnTo>
                  <a:lnTo>
                    <a:pt x="42264" y="394458"/>
                  </a:lnTo>
                  <a:lnTo>
                    <a:pt x="31747" y="387367"/>
                  </a:lnTo>
                  <a:lnTo>
                    <a:pt x="24657" y="376850"/>
                  </a:lnTo>
                  <a:lnTo>
                    <a:pt x="22057" y="363970"/>
                  </a:lnTo>
                  <a:lnTo>
                    <a:pt x="22057" y="143382"/>
                  </a:lnTo>
                  <a:lnTo>
                    <a:pt x="24657" y="130503"/>
                  </a:lnTo>
                  <a:lnTo>
                    <a:pt x="31747" y="119985"/>
                  </a:lnTo>
                  <a:lnTo>
                    <a:pt x="42264" y="112894"/>
                  </a:lnTo>
                  <a:lnTo>
                    <a:pt x="55143" y="110293"/>
                  </a:lnTo>
                  <a:lnTo>
                    <a:pt x="105347" y="110293"/>
                  </a:lnTo>
                  <a:lnTo>
                    <a:pt x="110282" y="105349"/>
                  </a:lnTo>
                  <a:lnTo>
                    <a:pt x="110282" y="27003"/>
                  </a:lnTo>
                  <a:lnTo>
                    <a:pt x="115227" y="22058"/>
                  </a:lnTo>
                  <a:lnTo>
                    <a:pt x="240400" y="22058"/>
                  </a:lnTo>
                  <a:lnTo>
                    <a:pt x="240027" y="20209"/>
                  </a:lnTo>
                  <a:lnTo>
                    <a:pt x="232938" y="9692"/>
                  </a:lnTo>
                  <a:lnTo>
                    <a:pt x="222422" y="2600"/>
                  </a:lnTo>
                  <a:lnTo>
                    <a:pt x="209540" y="0"/>
                  </a:lnTo>
                  <a:close/>
                </a:path>
                <a:path w="419100" h="419735">
                  <a:moveTo>
                    <a:pt x="240400" y="22058"/>
                  </a:moveTo>
                  <a:lnTo>
                    <a:pt x="215634" y="22058"/>
                  </a:lnTo>
                  <a:lnTo>
                    <a:pt x="220569" y="27003"/>
                  </a:lnTo>
                  <a:lnTo>
                    <a:pt x="220569" y="397058"/>
                  </a:lnTo>
                  <a:lnTo>
                    <a:pt x="242626" y="397058"/>
                  </a:lnTo>
                  <a:lnTo>
                    <a:pt x="242626" y="110294"/>
                  </a:lnTo>
                  <a:lnTo>
                    <a:pt x="406915" y="110294"/>
                  </a:lnTo>
                  <a:lnTo>
                    <a:pt x="402935" y="104390"/>
                  </a:lnTo>
                  <a:lnTo>
                    <a:pt x="385407" y="92570"/>
                  </a:lnTo>
                  <a:lnTo>
                    <a:pt x="363942" y="88235"/>
                  </a:lnTo>
                  <a:lnTo>
                    <a:pt x="242626" y="88235"/>
                  </a:lnTo>
                  <a:lnTo>
                    <a:pt x="242626" y="33088"/>
                  </a:lnTo>
                  <a:lnTo>
                    <a:pt x="240400" y="22058"/>
                  </a:lnTo>
                  <a:close/>
                </a:path>
                <a:path w="419100" h="419735">
                  <a:moveTo>
                    <a:pt x="406915" y="110294"/>
                  </a:moveTo>
                  <a:lnTo>
                    <a:pt x="363942" y="110294"/>
                  </a:lnTo>
                  <a:lnTo>
                    <a:pt x="376823" y="112894"/>
                  </a:lnTo>
                  <a:lnTo>
                    <a:pt x="387340" y="119986"/>
                  </a:lnTo>
                  <a:lnTo>
                    <a:pt x="394429" y="130503"/>
                  </a:lnTo>
                  <a:lnTo>
                    <a:pt x="397028" y="143382"/>
                  </a:lnTo>
                  <a:lnTo>
                    <a:pt x="397028" y="363970"/>
                  </a:lnTo>
                  <a:lnTo>
                    <a:pt x="394429" y="376850"/>
                  </a:lnTo>
                  <a:lnTo>
                    <a:pt x="387340" y="387367"/>
                  </a:lnTo>
                  <a:lnTo>
                    <a:pt x="376823" y="394458"/>
                  </a:lnTo>
                  <a:lnTo>
                    <a:pt x="363942" y="397058"/>
                  </a:lnTo>
                  <a:lnTo>
                    <a:pt x="406916" y="397058"/>
                  </a:lnTo>
                  <a:lnTo>
                    <a:pt x="414752" y="385434"/>
                  </a:lnTo>
                  <a:lnTo>
                    <a:pt x="419085" y="363970"/>
                  </a:lnTo>
                  <a:lnTo>
                    <a:pt x="419085" y="143382"/>
                  </a:lnTo>
                  <a:lnTo>
                    <a:pt x="414752" y="121919"/>
                  </a:lnTo>
                  <a:lnTo>
                    <a:pt x="406915" y="110294"/>
                  </a:lnTo>
                  <a:close/>
                </a:path>
                <a:path w="419100" h="419735">
                  <a:moveTo>
                    <a:pt x="99253" y="319852"/>
                  </a:moveTo>
                  <a:lnTo>
                    <a:pt x="55143" y="319852"/>
                  </a:lnTo>
                  <a:lnTo>
                    <a:pt x="55143" y="363970"/>
                  </a:lnTo>
                  <a:lnTo>
                    <a:pt x="99253" y="363970"/>
                  </a:lnTo>
                  <a:lnTo>
                    <a:pt x="99253" y="319852"/>
                  </a:lnTo>
                  <a:close/>
                </a:path>
                <a:path w="419100" h="419735">
                  <a:moveTo>
                    <a:pt x="187483" y="319852"/>
                  </a:moveTo>
                  <a:lnTo>
                    <a:pt x="143368" y="319852"/>
                  </a:lnTo>
                  <a:lnTo>
                    <a:pt x="143368" y="363970"/>
                  </a:lnTo>
                  <a:lnTo>
                    <a:pt x="187483" y="363970"/>
                  </a:lnTo>
                  <a:lnTo>
                    <a:pt x="187483" y="319852"/>
                  </a:lnTo>
                  <a:close/>
                </a:path>
                <a:path w="419100" h="419735">
                  <a:moveTo>
                    <a:pt x="347978" y="330882"/>
                  </a:moveTo>
                  <a:lnTo>
                    <a:pt x="291685" y="330882"/>
                  </a:lnTo>
                  <a:lnTo>
                    <a:pt x="286741" y="335823"/>
                  </a:lnTo>
                  <a:lnTo>
                    <a:pt x="286741" y="347999"/>
                  </a:lnTo>
                  <a:lnTo>
                    <a:pt x="291685" y="352940"/>
                  </a:lnTo>
                  <a:lnTo>
                    <a:pt x="347978" y="352940"/>
                  </a:lnTo>
                  <a:lnTo>
                    <a:pt x="352913" y="347999"/>
                  </a:lnTo>
                  <a:lnTo>
                    <a:pt x="352913" y="335823"/>
                  </a:lnTo>
                  <a:lnTo>
                    <a:pt x="347978" y="330882"/>
                  </a:lnTo>
                  <a:close/>
                </a:path>
                <a:path w="419100" h="419735">
                  <a:moveTo>
                    <a:pt x="99253" y="231617"/>
                  </a:moveTo>
                  <a:lnTo>
                    <a:pt x="55143" y="231617"/>
                  </a:lnTo>
                  <a:lnTo>
                    <a:pt x="55143" y="275734"/>
                  </a:lnTo>
                  <a:lnTo>
                    <a:pt x="99253" y="275734"/>
                  </a:lnTo>
                  <a:lnTo>
                    <a:pt x="99253" y="231617"/>
                  </a:lnTo>
                  <a:close/>
                </a:path>
                <a:path w="419100" h="419735">
                  <a:moveTo>
                    <a:pt x="187483" y="231617"/>
                  </a:moveTo>
                  <a:lnTo>
                    <a:pt x="143368" y="231617"/>
                  </a:lnTo>
                  <a:lnTo>
                    <a:pt x="143368" y="275734"/>
                  </a:lnTo>
                  <a:lnTo>
                    <a:pt x="187483" y="275734"/>
                  </a:lnTo>
                  <a:lnTo>
                    <a:pt x="187483" y="231617"/>
                  </a:lnTo>
                  <a:close/>
                </a:path>
                <a:path w="419100" h="419735">
                  <a:moveTo>
                    <a:pt x="347978" y="242646"/>
                  </a:moveTo>
                  <a:lnTo>
                    <a:pt x="291685" y="242646"/>
                  </a:lnTo>
                  <a:lnTo>
                    <a:pt x="286741" y="247591"/>
                  </a:lnTo>
                  <a:lnTo>
                    <a:pt x="286741" y="259760"/>
                  </a:lnTo>
                  <a:lnTo>
                    <a:pt x="291685" y="264705"/>
                  </a:lnTo>
                  <a:lnTo>
                    <a:pt x="347978" y="264705"/>
                  </a:lnTo>
                  <a:lnTo>
                    <a:pt x="352913" y="259760"/>
                  </a:lnTo>
                  <a:lnTo>
                    <a:pt x="352913" y="247591"/>
                  </a:lnTo>
                  <a:lnTo>
                    <a:pt x="347978" y="242646"/>
                  </a:lnTo>
                  <a:close/>
                </a:path>
                <a:path w="419100" h="419735">
                  <a:moveTo>
                    <a:pt x="99253" y="143382"/>
                  </a:moveTo>
                  <a:lnTo>
                    <a:pt x="55143" y="143382"/>
                  </a:lnTo>
                  <a:lnTo>
                    <a:pt x="55143" y="187499"/>
                  </a:lnTo>
                  <a:lnTo>
                    <a:pt x="99253" y="187499"/>
                  </a:lnTo>
                  <a:lnTo>
                    <a:pt x="99253" y="143382"/>
                  </a:lnTo>
                  <a:close/>
                </a:path>
                <a:path w="419100" h="419735">
                  <a:moveTo>
                    <a:pt x="187483" y="143382"/>
                  </a:moveTo>
                  <a:lnTo>
                    <a:pt x="143368" y="143382"/>
                  </a:lnTo>
                  <a:lnTo>
                    <a:pt x="143368" y="187499"/>
                  </a:lnTo>
                  <a:lnTo>
                    <a:pt x="187483" y="187499"/>
                  </a:lnTo>
                  <a:lnTo>
                    <a:pt x="187483" y="143382"/>
                  </a:lnTo>
                  <a:close/>
                </a:path>
                <a:path w="419100" h="419735">
                  <a:moveTo>
                    <a:pt x="347978" y="154411"/>
                  </a:moveTo>
                  <a:lnTo>
                    <a:pt x="291685" y="154411"/>
                  </a:lnTo>
                  <a:lnTo>
                    <a:pt x="286741" y="159356"/>
                  </a:lnTo>
                  <a:lnTo>
                    <a:pt x="286741" y="171525"/>
                  </a:lnTo>
                  <a:lnTo>
                    <a:pt x="291685" y="176470"/>
                  </a:lnTo>
                  <a:lnTo>
                    <a:pt x="347978" y="176470"/>
                  </a:lnTo>
                  <a:lnTo>
                    <a:pt x="352913" y="171525"/>
                  </a:lnTo>
                  <a:lnTo>
                    <a:pt x="352913" y="159356"/>
                  </a:lnTo>
                  <a:lnTo>
                    <a:pt x="347978" y="154411"/>
                  </a:lnTo>
                  <a:close/>
                </a:path>
                <a:path w="419100" h="419735">
                  <a:moveTo>
                    <a:pt x="187483" y="55147"/>
                  </a:moveTo>
                  <a:lnTo>
                    <a:pt x="143368" y="55147"/>
                  </a:lnTo>
                  <a:lnTo>
                    <a:pt x="143368" y="99264"/>
                  </a:lnTo>
                  <a:lnTo>
                    <a:pt x="187483" y="99264"/>
                  </a:lnTo>
                  <a:lnTo>
                    <a:pt x="187483" y="55147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1819" y="4802759"/>
            <a:ext cx="2758948" cy="3718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887851" y="6434073"/>
            <a:ext cx="695960" cy="695960"/>
            <a:chOff x="3887851" y="6434073"/>
            <a:chExt cx="695960" cy="695960"/>
          </a:xfrm>
        </p:grpSpPr>
        <p:sp>
          <p:nvSpPr>
            <p:cNvPr id="9" name="object 9"/>
            <p:cNvSpPr/>
            <p:nvPr/>
          </p:nvSpPr>
          <p:spPr>
            <a:xfrm>
              <a:off x="3887851" y="6434073"/>
              <a:ext cx="695960" cy="695960"/>
            </a:xfrm>
            <a:custGeom>
              <a:avLst/>
              <a:gdLst/>
              <a:ahLst/>
              <a:cxnLst/>
              <a:rect l="l" t="t" r="r" b="b"/>
              <a:pathLst>
                <a:path w="695960" h="695959">
                  <a:moveTo>
                    <a:pt x="347725" y="0"/>
                  </a:moveTo>
                  <a:lnTo>
                    <a:pt x="300545" y="3174"/>
                  </a:lnTo>
                  <a:lnTo>
                    <a:pt x="255293" y="12422"/>
                  </a:lnTo>
                  <a:lnTo>
                    <a:pt x="212383" y="27328"/>
                  </a:lnTo>
                  <a:lnTo>
                    <a:pt x="172230" y="47479"/>
                  </a:lnTo>
                  <a:lnTo>
                    <a:pt x="135249" y="72459"/>
                  </a:lnTo>
                  <a:lnTo>
                    <a:pt x="101853" y="101853"/>
                  </a:lnTo>
                  <a:lnTo>
                    <a:pt x="72459" y="135249"/>
                  </a:lnTo>
                  <a:lnTo>
                    <a:pt x="47479" y="172230"/>
                  </a:lnTo>
                  <a:lnTo>
                    <a:pt x="27328" y="212383"/>
                  </a:lnTo>
                  <a:lnTo>
                    <a:pt x="12422" y="255293"/>
                  </a:lnTo>
                  <a:lnTo>
                    <a:pt x="3174" y="300545"/>
                  </a:lnTo>
                  <a:lnTo>
                    <a:pt x="0" y="347725"/>
                  </a:lnTo>
                  <a:lnTo>
                    <a:pt x="3174" y="394906"/>
                  </a:lnTo>
                  <a:lnTo>
                    <a:pt x="12422" y="440158"/>
                  </a:lnTo>
                  <a:lnTo>
                    <a:pt x="27328" y="483068"/>
                  </a:lnTo>
                  <a:lnTo>
                    <a:pt x="47479" y="523221"/>
                  </a:lnTo>
                  <a:lnTo>
                    <a:pt x="72459" y="560202"/>
                  </a:lnTo>
                  <a:lnTo>
                    <a:pt x="101853" y="593598"/>
                  </a:lnTo>
                  <a:lnTo>
                    <a:pt x="135249" y="622992"/>
                  </a:lnTo>
                  <a:lnTo>
                    <a:pt x="172230" y="647972"/>
                  </a:lnTo>
                  <a:lnTo>
                    <a:pt x="212383" y="668123"/>
                  </a:lnTo>
                  <a:lnTo>
                    <a:pt x="255293" y="683029"/>
                  </a:lnTo>
                  <a:lnTo>
                    <a:pt x="300545" y="692277"/>
                  </a:lnTo>
                  <a:lnTo>
                    <a:pt x="347725" y="695451"/>
                  </a:lnTo>
                  <a:lnTo>
                    <a:pt x="394906" y="692277"/>
                  </a:lnTo>
                  <a:lnTo>
                    <a:pt x="440158" y="683029"/>
                  </a:lnTo>
                  <a:lnTo>
                    <a:pt x="483068" y="668123"/>
                  </a:lnTo>
                  <a:lnTo>
                    <a:pt x="523221" y="647972"/>
                  </a:lnTo>
                  <a:lnTo>
                    <a:pt x="560202" y="622992"/>
                  </a:lnTo>
                  <a:lnTo>
                    <a:pt x="593598" y="593598"/>
                  </a:lnTo>
                  <a:lnTo>
                    <a:pt x="622992" y="560202"/>
                  </a:lnTo>
                  <a:lnTo>
                    <a:pt x="647972" y="523221"/>
                  </a:lnTo>
                  <a:lnTo>
                    <a:pt x="668123" y="483068"/>
                  </a:lnTo>
                  <a:lnTo>
                    <a:pt x="683029" y="440158"/>
                  </a:lnTo>
                  <a:lnTo>
                    <a:pt x="692277" y="394906"/>
                  </a:lnTo>
                  <a:lnTo>
                    <a:pt x="695451" y="347725"/>
                  </a:lnTo>
                  <a:lnTo>
                    <a:pt x="692277" y="300545"/>
                  </a:lnTo>
                  <a:lnTo>
                    <a:pt x="683029" y="255293"/>
                  </a:lnTo>
                  <a:lnTo>
                    <a:pt x="668123" y="212383"/>
                  </a:lnTo>
                  <a:lnTo>
                    <a:pt x="647972" y="172230"/>
                  </a:lnTo>
                  <a:lnTo>
                    <a:pt x="622992" y="135249"/>
                  </a:lnTo>
                  <a:lnTo>
                    <a:pt x="593598" y="101853"/>
                  </a:lnTo>
                  <a:lnTo>
                    <a:pt x="560202" y="72459"/>
                  </a:lnTo>
                  <a:lnTo>
                    <a:pt x="523221" y="47479"/>
                  </a:lnTo>
                  <a:lnTo>
                    <a:pt x="483068" y="27328"/>
                  </a:lnTo>
                  <a:lnTo>
                    <a:pt x="440158" y="12422"/>
                  </a:lnTo>
                  <a:lnTo>
                    <a:pt x="394906" y="3174"/>
                  </a:lnTo>
                  <a:lnTo>
                    <a:pt x="347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29754" y="6547744"/>
              <a:ext cx="414020" cy="471805"/>
            </a:xfrm>
            <a:custGeom>
              <a:avLst/>
              <a:gdLst/>
              <a:ahLst/>
              <a:cxnLst/>
              <a:rect l="l" t="t" r="r" b="b"/>
              <a:pathLst>
                <a:path w="414020" h="471804">
                  <a:moveTo>
                    <a:pt x="174086" y="254847"/>
                  </a:moveTo>
                  <a:lnTo>
                    <a:pt x="104609" y="254847"/>
                  </a:lnTo>
                  <a:lnTo>
                    <a:pt x="63892" y="263105"/>
                  </a:lnTo>
                  <a:lnTo>
                    <a:pt x="30640" y="285625"/>
                  </a:lnTo>
                  <a:lnTo>
                    <a:pt x="8221" y="319024"/>
                  </a:lnTo>
                  <a:lnTo>
                    <a:pt x="0" y="359921"/>
                  </a:lnTo>
                  <a:lnTo>
                    <a:pt x="0" y="446963"/>
                  </a:lnTo>
                  <a:lnTo>
                    <a:pt x="45229" y="459362"/>
                  </a:lnTo>
                  <a:lnTo>
                    <a:pt x="116563" y="470144"/>
                  </a:lnTo>
                  <a:lnTo>
                    <a:pt x="147545" y="471272"/>
                  </a:lnTo>
                  <a:lnTo>
                    <a:pt x="198774" y="467816"/>
                  </a:lnTo>
                  <a:lnTo>
                    <a:pt x="237124" y="460097"/>
                  </a:lnTo>
                  <a:lnTo>
                    <a:pt x="261714" y="452084"/>
                  </a:lnTo>
                  <a:lnTo>
                    <a:pt x="271667" y="447747"/>
                  </a:lnTo>
                  <a:lnTo>
                    <a:pt x="277128" y="444610"/>
                  </a:lnTo>
                  <a:lnTo>
                    <a:pt x="277910" y="444610"/>
                  </a:lnTo>
                  <a:lnTo>
                    <a:pt x="277910" y="359921"/>
                  </a:lnTo>
                  <a:lnTo>
                    <a:pt x="270267" y="319687"/>
                  </a:lnTo>
                  <a:lnTo>
                    <a:pt x="247954" y="285625"/>
                  </a:lnTo>
                  <a:lnTo>
                    <a:pt x="214789" y="263105"/>
                  </a:lnTo>
                  <a:lnTo>
                    <a:pt x="174086" y="254847"/>
                  </a:lnTo>
                  <a:close/>
                </a:path>
                <a:path w="414020" h="471804">
                  <a:moveTo>
                    <a:pt x="309136" y="170162"/>
                  </a:moveTo>
                  <a:lnTo>
                    <a:pt x="240441" y="170162"/>
                  </a:lnTo>
                  <a:lnTo>
                    <a:pt x="237867" y="190231"/>
                  </a:lnTo>
                  <a:lnTo>
                    <a:pt x="231560" y="208976"/>
                  </a:lnTo>
                  <a:lnTo>
                    <a:pt x="221888" y="225957"/>
                  </a:lnTo>
                  <a:lnTo>
                    <a:pt x="209215" y="240735"/>
                  </a:lnTo>
                  <a:lnTo>
                    <a:pt x="244857" y="258035"/>
                  </a:lnTo>
                  <a:lnTo>
                    <a:pt x="273033" y="285039"/>
                  </a:lnTo>
                  <a:lnTo>
                    <a:pt x="291548" y="319687"/>
                  </a:lnTo>
                  <a:lnTo>
                    <a:pt x="298208" y="359921"/>
                  </a:lnTo>
                  <a:lnTo>
                    <a:pt x="298208" y="385802"/>
                  </a:lnTo>
                  <a:lnTo>
                    <a:pt x="343609" y="381364"/>
                  </a:lnTo>
                  <a:lnTo>
                    <a:pt x="377446" y="373840"/>
                  </a:lnTo>
                  <a:lnTo>
                    <a:pt x="398987" y="366611"/>
                  </a:lnTo>
                  <a:lnTo>
                    <a:pt x="407499" y="363057"/>
                  </a:lnTo>
                  <a:lnTo>
                    <a:pt x="412966" y="359921"/>
                  </a:lnTo>
                  <a:lnTo>
                    <a:pt x="413748" y="359921"/>
                  </a:lnTo>
                  <a:lnTo>
                    <a:pt x="413748" y="275236"/>
                  </a:lnTo>
                  <a:lnTo>
                    <a:pt x="405527" y="234339"/>
                  </a:lnTo>
                  <a:lnTo>
                    <a:pt x="383107" y="200939"/>
                  </a:lnTo>
                  <a:lnTo>
                    <a:pt x="349854" y="178420"/>
                  </a:lnTo>
                  <a:lnTo>
                    <a:pt x="309136" y="170162"/>
                  </a:lnTo>
                  <a:close/>
                </a:path>
                <a:path w="414020" h="471804">
                  <a:moveTo>
                    <a:pt x="139739" y="84685"/>
                  </a:moveTo>
                  <a:lnTo>
                    <a:pt x="107827" y="91154"/>
                  </a:lnTo>
                  <a:lnTo>
                    <a:pt x="81772" y="108798"/>
                  </a:lnTo>
                  <a:lnTo>
                    <a:pt x="64208" y="134969"/>
                  </a:lnTo>
                  <a:lnTo>
                    <a:pt x="57768" y="167020"/>
                  </a:lnTo>
                  <a:lnTo>
                    <a:pt x="64208" y="199074"/>
                  </a:lnTo>
                  <a:lnTo>
                    <a:pt x="81773" y="225244"/>
                  </a:lnTo>
                  <a:lnTo>
                    <a:pt x="107827" y="242887"/>
                  </a:lnTo>
                  <a:lnTo>
                    <a:pt x="139739" y="249355"/>
                  </a:lnTo>
                  <a:lnTo>
                    <a:pt x="171647" y="242887"/>
                  </a:lnTo>
                  <a:lnTo>
                    <a:pt x="197701" y="225244"/>
                  </a:lnTo>
                  <a:lnTo>
                    <a:pt x="215266" y="199074"/>
                  </a:lnTo>
                  <a:lnTo>
                    <a:pt x="221707" y="167020"/>
                  </a:lnTo>
                  <a:lnTo>
                    <a:pt x="215266" y="134969"/>
                  </a:lnTo>
                  <a:lnTo>
                    <a:pt x="197701" y="108798"/>
                  </a:lnTo>
                  <a:lnTo>
                    <a:pt x="171646" y="91154"/>
                  </a:lnTo>
                  <a:lnTo>
                    <a:pt x="139739" y="84685"/>
                  </a:lnTo>
                  <a:close/>
                </a:path>
                <a:path w="414020" h="471804">
                  <a:moveTo>
                    <a:pt x="274788" y="0"/>
                  </a:moveTo>
                  <a:lnTo>
                    <a:pt x="243330" y="6787"/>
                  </a:lnTo>
                  <a:lnTo>
                    <a:pt x="217508" y="24307"/>
                  </a:lnTo>
                  <a:lnTo>
                    <a:pt x="200030" y="50060"/>
                  </a:lnTo>
                  <a:lnTo>
                    <a:pt x="193602" y="81549"/>
                  </a:lnTo>
                  <a:lnTo>
                    <a:pt x="211349" y="95849"/>
                  </a:lnTo>
                  <a:lnTo>
                    <a:pt x="225511" y="113603"/>
                  </a:lnTo>
                  <a:lnTo>
                    <a:pt x="235428" y="134150"/>
                  </a:lnTo>
                  <a:lnTo>
                    <a:pt x="240441" y="156829"/>
                  </a:lnTo>
                  <a:lnTo>
                    <a:pt x="248331" y="160039"/>
                  </a:lnTo>
                  <a:lnTo>
                    <a:pt x="256735" y="162514"/>
                  </a:lnTo>
                  <a:lnTo>
                    <a:pt x="265578" y="164107"/>
                  </a:lnTo>
                  <a:lnTo>
                    <a:pt x="274788" y="164670"/>
                  </a:lnTo>
                  <a:lnTo>
                    <a:pt x="306696" y="158201"/>
                  </a:lnTo>
                  <a:lnTo>
                    <a:pt x="332751" y="140557"/>
                  </a:lnTo>
                  <a:lnTo>
                    <a:pt x="350316" y="114386"/>
                  </a:lnTo>
                  <a:lnTo>
                    <a:pt x="356757" y="82335"/>
                  </a:lnTo>
                  <a:lnTo>
                    <a:pt x="350316" y="50281"/>
                  </a:lnTo>
                  <a:lnTo>
                    <a:pt x="332751" y="24111"/>
                  </a:lnTo>
                  <a:lnTo>
                    <a:pt x="306696" y="6468"/>
                  </a:lnTo>
                  <a:lnTo>
                    <a:pt x="274788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1819" y="6577330"/>
            <a:ext cx="1723008" cy="37185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87851" y="5546978"/>
            <a:ext cx="695960" cy="695960"/>
            <a:chOff x="3887851" y="5546978"/>
            <a:chExt cx="695960" cy="695960"/>
          </a:xfrm>
        </p:grpSpPr>
        <p:sp>
          <p:nvSpPr>
            <p:cNvPr id="13" name="object 13"/>
            <p:cNvSpPr/>
            <p:nvPr/>
          </p:nvSpPr>
          <p:spPr>
            <a:xfrm>
              <a:off x="3887851" y="5546978"/>
              <a:ext cx="695960" cy="695960"/>
            </a:xfrm>
            <a:custGeom>
              <a:avLst/>
              <a:gdLst/>
              <a:ahLst/>
              <a:cxnLst/>
              <a:rect l="l" t="t" r="r" b="b"/>
              <a:pathLst>
                <a:path w="695960" h="695960">
                  <a:moveTo>
                    <a:pt x="347725" y="0"/>
                  </a:moveTo>
                  <a:lnTo>
                    <a:pt x="300545" y="3174"/>
                  </a:lnTo>
                  <a:lnTo>
                    <a:pt x="255293" y="12422"/>
                  </a:lnTo>
                  <a:lnTo>
                    <a:pt x="212383" y="27328"/>
                  </a:lnTo>
                  <a:lnTo>
                    <a:pt x="172230" y="47479"/>
                  </a:lnTo>
                  <a:lnTo>
                    <a:pt x="135249" y="72459"/>
                  </a:lnTo>
                  <a:lnTo>
                    <a:pt x="101853" y="101853"/>
                  </a:lnTo>
                  <a:lnTo>
                    <a:pt x="72459" y="135249"/>
                  </a:lnTo>
                  <a:lnTo>
                    <a:pt x="47479" y="172230"/>
                  </a:lnTo>
                  <a:lnTo>
                    <a:pt x="27328" y="212383"/>
                  </a:lnTo>
                  <a:lnTo>
                    <a:pt x="12422" y="255293"/>
                  </a:lnTo>
                  <a:lnTo>
                    <a:pt x="3174" y="300545"/>
                  </a:lnTo>
                  <a:lnTo>
                    <a:pt x="0" y="347725"/>
                  </a:lnTo>
                  <a:lnTo>
                    <a:pt x="3174" y="394906"/>
                  </a:lnTo>
                  <a:lnTo>
                    <a:pt x="12422" y="440158"/>
                  </a:lnTo>
                  <a:lnTo>
                    <a:pt x="27328" y="483068"/>
                  </a:lnTo>
                  <a:lnTo>
                    <a:pt x="47479" y="523221"/>
                  </a:lnTo>
                  <a:lnTo>
                    <a:pt x="72459" y="560202"/>
                  </a:lnTo>
                  <a:lnTo>
                    <a:pt x="101853" y="593598"/>
                  </a:lnTo>
                  <a:lnTo>
                    <a:pt x="135249" y="622992"/>
                  </a:lnTo>
                  <a:lnTo>
                    <a:pt x="172230" y="647972"/>
                  </a:lnTo>
                  <a:lnTo>
                    <a:pt x="212383" y="668123"/>
                  </a:lnTo>
                  <a:lnTo>
                    <a:pt x="255293" y="683029"/>
                  </a:lnTo>
                  <a:lnTo>
                    <a:pt x="300545" y="692277"/>
                  </a:lnTo>
                  <a:lnTo>
                    <a:pt x="347725" y="695451"/>
                  </a:lnTo>
                  <a:lnTo>
                    <a:pt x="394906" y="692277"/>
                  </a:lnTo>
                  <a:lnTo>
                    <a:pt x="440158" y="683029"/>
                  </a:lnTo>
                  <a:lnTo>
                    <a:pt x="483068" y="668123"/>
                  </a:lnTo>
                  <a:lnTo>
                    <a:pt x="523221" y="647972"/>
                  </a:lnTo>
                  <a:lnTo>
                    <a:pt x="560202" y="622992"/>
                  </a:lnTo>
                  <a:lnTo>
                    <a:pt x="593598" y="593598"/>
                  </a:lnTo>
                  <a:lnTo>
                    <a:pt x="622992" y="560202"/>
                  </a:lnTo>
                  <a:lnTo>
                    <a:pt x="647972" y="523221"/>
                  </a:lnTo>
                  <a:lnTo>
                    <a:pt x="668123" y="483068"/>
                  </a:lnTo>
                  <a:lnTo>
                    <a:pt x="683029" y="440158"/>
                  </a:lnTo>
                  <a:lnTo>
                    <a:pt x="692277" y="394906"/>
                  </a:lnTo>
                  <a:lnTo>
                    <a:pt x="695451" y="347725"/>
                  </a:lnTo>
                  <a:lnTo>
                    <a:pt x="692277" y="300545"/>
                  </a:lnTo>
                  <a:lnTo>
                    <a:pt x="683029" y="255293"/>
                  </a:lnTo>
                  <a:lnTo>
                    <a:pt x="668123" y="212383"/>
                  </a:lnTo>
                  <a:lnTo>
                    <a:pt x="647972" y="172230"/>
                  </a:lnTo>
                  <a:lnTo>
                    <a:pt x="622992" y="135249"/>
                  </a:lnTo>
                  <a:lnTo>
                    <a:pt x="593598" y="101853"/>
                  </a:lnTo>
                  <a:lnTo>
                    <a:pt x="560202" y="72459"/>
                  </a:lnTo>
                  <a:lnTo>
                    <a:pt x="523221" y="47479"/>
                  </a:lnTo>
                  <a:lnTo>
                    <a:pt x="483068" y="27328"/>
                  </a:lnTo>
                  <a:lnTo>
                    <a:pt x="440158" y="12422"/>
                  </a:lnTo>
                  <a:lnTo>
                    <a:pt x="394906" y="3174"/>
                  </a:lnTo>
                  <a:lnTo>
                    <a:pt x="347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07887" y="5677062"/>
              <a:ext cx="457834" cy="438150"/>
            </a:xfrm>
            <a:custGeom>
              <a:avLst/>
              <a:gdLst/>
              <a:ahLst/>
              <a:cxnLst/>
              <a:rect l="l" t="t" r="r" b="b"/>
              <a:pathLst>
                <a:path w="457835" h="438150">
                  <a:moveTo>
                    <a:pt x="269523" y="252671"/>
                  </a:moveTo>
                  <a:lnTo>
                    <a:pt x="264639" y="252808"/>
                  </a:lnTo>
                  <a:lnTo>
                    <a:pt x="186518" y="252808"/>
                  </a:lnTo>
                  <a:lnTo>
                    <a:pt x="170402" y="256262"/>
                  </a:lnTo>
                  <a:lnTo>
                    <a:pt x="157315" y="265313"/>
                  </a:lnTo>
                  <a:lnTo>
                    <a:pt x="148578" y="278609"/>
                  </a:lnTo>
                  <a:lnTo>
                    <a:pt x="145509" y="294801"/>
                  </a:lnTo>
                  <a:lnTo>
                    <a:pt x="145509" y="438090"/>
                  </a:lnTo>
                  <a:lnTo>
                    <a:pt x="311759" y="438090"/>
                  </a:lnTo>
                  <a:lnTo>
                    <a:pt x="311702" y="294801"/>
                  </a:lnTo>
                  <a:lnTo>
                    <a:pt x="292514" y="259243"/>
                  </a:lnTo>
                  <a:lnTo>
                    <a:pt x="274407" y="253025"/>
                  </a:lnTo>
                  <a:lnTo>
                    <a:pt x="269523" y="252671"/>
                  </a:lnTo>
                  <a:close/>
                </a:path>
                <a:path w="457835" h="438150">
                  <a:moveTo>
                    <a:pt x="94572" y="325551"/>
                  </a:moveTo>
                  <a:lnTo>
                    <a:pt x="30265" y="325551"/>
                  </a:lnTo>
                  <a:lnTo>
                    <a:pt x="0" y="354904"/>
                  </a:lnTo>
                  <a:lnTo>
                    <a:pt x="9" y="438083"/>
                  </a:lnTo>
                  <a:lnTo>
                    <a:pt x="124734" y="438083"/>
                  </a:lnTo>
                  <a:lnTo>
                    <a:pt x="124768" y="348738"/>
                  </a:lnTo>
                  <a:lnTo>
                    <a:pt x="94572" y="325551"/>
                  </a:lnTo>
                  <a:close/>
                </a:path>
                <a:path w="457835" h="438150">
                  <a:moveTo>
                    <a:pt x="62561" y="200890"/>
                  </a:moveTo>
                  <a:lnTo>
                    <a:pt x="50440" y="203237"/>
                  </a:lnTo>
                  <a:lnTo>
                    <a:pt x="40502" y="209817"/>
                  </a:lnTo>
                  <a:lnTo>
                    <a:pt x="33754" y="219639"/>
                  </a:lnTo>
                  <a:lnTo>
                    <a:pt x="31201" y="231714"/>
                  </a:lnTo>
                  <a:lnTo>
                    <a:pt x="33470" y="243808"/>
                  </a:lnTo>
                  <a:lnTo>
                    <a:pt x="39975" y="253747"/>
                  </a:lnTo>
                  <a:lnTo>
                    <a:pt x="49734" y="260521"/>
                  </a:lnTo>
                  <a:lnTo>
                    <a:pt x="61762" y="263121"/>
                  </a:lnTo>
                  <a:lnTo>
                    <a:pt x="62099" y="263121"/>
                  </a:lnTo>
                  <a:lnTo>
                    <a:pt x="74231" y="260768"/>
                  </a:lnTo>
                  <a:lnTo>
                    <a:pt x="84175" y="254174"/>
                  </a:lnTo>
                  <a:lnTo>
                    <a:pt x="90920" y="244333"/>
                  </a:lnTo>
                  <a:lnTo>
                    <a:pt x="93459" y="232239"/>
                  </a:lnTo>
                  <a:lnTo>
                    <a:pt x="91102" y="220108"/>
                  </a:lnTo>
                  <a:lnTo>
                    <a:pt x="84504" y="210167"/>
                  </a:lnTo>
                  <a:lnTo>
                    <a:pt x="74659" y="203424"/>
                  </a:lnTo>
                  <a:lnTo>
                    <a:pt x="62561" y="200890"/>
                  </a:lnTo>
                  <a:close/>
                </a:path>
                <a:path w="457835" h="438150">
                  <a:moveTo>
                    <a:pt x="395038" y="200930"/>
                  </a:moveTo>
                  <a:lnTo>
                    <a:pt x="382674" y="203399"/>
                  </a:lnTo>
                  <a:lnTo>
                    <a:pt x="382844" y="203399"/>
                  </a:lnTo>
                  <a:lnTo>
                    <a:pt x="372949" y="210087"/>
                  </a:lnTo>
                  <a:lnTo>
                    <a:pt x="366295" y="219991"/>
                  </a:lnTo>
                  <a:lnTo>
                    <a:pt x="363874" y="232108"/>
                  </a:lnTo>
                  <a:lnTo>
                    <a:pt x="366326" y="244216"/>
                  </a:lnTo>
                  <a:lnTo>
                    <a:pt x="373021" y="254095"/>
                  </a:lnTo>
                  <a:lnTo>
                    <a:pt x="382835" y="260745"/>
                  </a:lnTo>
                  <a:lnTo>
                    <a:pt x="383009" y="260745"/>
                  </a:lnTo>
                  <a:lnTo>
                    <a:pt x="394850" y="263167"/>
                  </a:lnTo>
                  <a:lnTo>
                    <a:pt x="407039" y="260745"/>
                  </a:lnTo>
                  <a:lnTo>
                    <a:pt x="416947" y="254095"/>
                  </a:lnTo>
                  <a:lnTo>
                    <a:pt x="423637" y="244216"/>
                  </a:lnTo>
                  <a:lnTo>
                    <a:pt x="426107" y="232108"/>
                  </a:lnTo>
                  <a:lnTo>
                    <a:pt x="423685" y="219991"/>
                  </a:lnTo>
                  <a:lnTo>
                    <a:pt x="417032" y="210087"/>
                  </a:lnTo>
                  <a:lnTo>
                    <a:pt x="407150" y="203399"/>
                  </a:lnTo>
                  <a:lnTo>
                    <a:pt x="395038" y="200930"/>
                  </a:lnTo>
                  <a:close/>
                </a:path>
                <a:path w="457835" h="438150">
                  <a:moveTo>
                    <a:pt x="427944" y="325557"/>
                  </a:moveTo>
                  <a:lnTo>
                    <a:pt x="363055" y="325557"/>
                  </a:lnTo>
                  <a:lnTo>
                    <a:pt x="332626" y="354716"/>
                  </a:lnTo>
                  <a:lnTo>
                    <a:pt x="332632" y="438090"/>
                  </a:lnTo>
                  <a:lnTo>
                    <a:pt x="457273" y="438090"/>
                  </a:lnTo>
                  <a:lnTo>
                    <a:pt x="457273" y="355880"/>
                  </a:lnTo>
                  <a:lnTo>
                    <a:pt x="455126" y="344233"/>
                  </a:lnTo>
                  <a:lnTo>
                    <a:pt x="448893" y="334646"/>
                  </a:lnTo>
                  <a:lnTo>
                    <a:pt x="439518" y="328095"/>
                  </a:lnTo>
                  <a:lnTo>
                    <a:pt x="427944" y="325557"/>
                  </a:lnTo>
                  <a:close/>
                </a:path>
                <a:path w="457835" h="438150">
                  <a:moveTo>
                    <a:pt x="327041" y="35524"/>
                  </a:moveTo>
                  <a:lnTo>
                    <a:pt x="320643" y="35524"/>
                  </a:lnTo>
                  <a:lnTo>
                    <a:pt x="316642" y="39443"/>
                  </a:lnTo>
                  <a:lnTo>
                    <a:pt x="314452" y="41496"/>
                  </a:lnTo>
                  <a:lnTo>
                    <a:pt x="312324" y="43698"/>
                  </a:lnTo>
                  <a:lnTo>
                    <a:pt x="304826" y="51193"/>
                  </a:lnTo>
                  <a:lnTo>
                    <a:pt x="299388" y="56487"/>
                  </a:lnTo>
                  <a:lnTo>
                    <a:pt x="294161" y="61991"/>
                  </a:lnTo>
                  <a:lnTo>
                    <a:pt x="291023" y="64951"/>
                  </a:lnTo>
                  <a:lnTo>
                    <a:pt x="290213" y="69629"/>
                  </a:lnTo>
                  <a:lnTo>
                    <a:pt x="292164" y="73473"/>
                  </a:lnTo>
                  <a:lnTo>
                    <a:pt x="294110" y="77620"/>
                  </a:lnTo>
                  <a:lnTo>
                    <a:pt x="298487" y="80056"/>
                  </a:lnTo>
                  <a:lnTo>
                    <a:pt x="303034" y="79525"/>
                  </a:lnTo>
                  <a:lnTo>
                    <a:pt x="305043" y="78881"/>
                  </a:lnTo>
                  <a:lnTo>
                    <a:pt x="335313" y="49870"/>
                  </a:lnTo>
                  <a:lnTo>
                    <a:pt x="335193" y="43379"/>
                  </a:lnTo>
                  <a:lnTo>
                    <a:pt x="327041" y="35524"/>
                  </a:lnTo>
                  <a:close/>
                </a:path>
                <a:path w="457835" h="438150">
                  <a:moveTo>
                    <a:pt x="234579" y="0"/>
                  </a:moveTo>
                  <a:lnTo>
                    <a:pt x="222966" y="0"/>
                  </a:lnTo>
                  <a:lnTo>
                    <a:pt x="218477" y="4397"/>
                  </a:lnTo>
                  <a:lnTo>
                    <a:pt x="218352" y="41428"/>
                  </a:lnTo>
                  <a:lnTo>
                    <a:pt x="218078" y="47143"/>
                  </a:lnTo>
                  <a:lnTo>
                    <a:pt x="222494" y="51992"/>
                  </a:lnTo>
                  <a:lnTo>
                    <a:pt x="233923" y="52534"/>
                  </a:lnTo>
                  <a:lnTo>
                    <a:pt x="238779" y="48119"/>
                  </a:lnTo>
                  <a:lnTo>
                    <a:pt x="239047" y="42403"/>
                  </a:lnTo>
                  <a:lnTo>
                    <a:pt x="239099" y="4586"/>
                  </a:lnTo>
                  <a:lnTo>
                    <a:pt x="234579" y="0"/>
                  </a:lnTo>
                  <a:close/>
                </a:path>
                <a:path w="457835" h="438150">
                  <a:moveTo>
                    <a:pt x="136530" y="35541"/>
                  </a:moveTo>
                  <a:lnTo>
                    <a:pt x="130154" y="35541"/>
                  </a:lnTo>
                  <a:lnTo>
                    <a:pt x="126302" y="39431"/>
                  </a:lnTo>
                  <a:lnTo>
                    <a:pt x="122297" y="43071"/>
                  </a:lnTo>
                  <a:lnTo>
                    <a:pt x="149281" y="77118"/>
                  </a:lnTo>
                  <a:lnTo>
                    <a:pt x="152162" y="79936"/>
                  </a:lnTo>
                  <a:lnTo>
                    <a:pt x="156556" y="80523"/>
                  </a:lnTo>
                  <a:lnTo>
                    <a:pt x="160082" y="78561"/>
                  </a:lnTo>
                  <a:lnTo>
                    <a:pt x="163911" y="76793"/>
                  </a:lnTo>
                  <a:lnTo>
                    <a:pt x="166473" y="73074"/>
                  </a:lnTo>
                  <a:lnTo>
                    <a:pt x="166752" y="68864"/>
                  </a:lnTo>
                  <a:lnTo>
                    <a:pt x="166011" y="66560"/>
                  </a:lnTo>
                  <a:lnTo>
                    <a:pt x="140402" y="39158"/>
                  </a:lnTo>
                  <a:lnTo>
                    <a:pt x="136530" y="35541"/>
                  </a:lnTo>
                  <a:close/>
                </a:path>
                <a:path w="457835" h="438150">
                  <a:moveTo>
                    <a:pt x="134308" y="124832"/>
                  </a:moveTo>
                  <a:lnTo>
                    <a:pt x="91348" y="124832"/>
                  </a:lnTo>
                  <a:lnTo>
                    <a:pt x="86754" y="129515"/>
                  </a:lnTo>
                  <a:lnTo>
                    <a:pt x="86868" y="140946"/>
                  </a:lnTo>
                  <a:lnTo>
                    <a:pt x="91553" y="145532"/>
                  </a:lnTo>
                  <a:lnTo>
                    <a:pt x="134137" y="145532"/>
                  </a:lnTo>
                  <a:lnTo>
                    <a:pt x="138787" y="140946"/>
                  </a:lnTo>
                  <a:lnTo>
                    <a:pt x="138895" y="129515"/>
                  </a:lnTo>
                  <a:lnTo>
                    <a:pt x="134308" y="124832"/>
                  </a:lnTo>
                  <a:close/>
                </a:path>
                <a:path w="457835" h="438150">
                  <a:moveTo>
                    <a:pt x="366354" y="124884"/>
                  </a:moveTo>
                  <a:lnTo>
                    <a:pt x="323193" y="124884"/>
                  </a:lnTo>
                  <a:lnTo>
                    <a:pt x="318669" y="129378"/>
                  </a:lnTo>
                  <a:lnTo>
                    <a:pt x="318635" y="140809"/>
                  </a:lnTo>
                  <a:lnTo>
                    <a:pt x="323387" y="145595"/>
                  </a:lnTo>
                  <a:lnTo>
                    <a:pt x="365926" y="145595"/>
                  </a:lnTo>
                  <a:lnTo>
                    <a:pt x="370656" y="141055"/>
                  </a:lnTo>
                  <a:lnTo>
                    <a:pt x="370776" y="135339"/>
                  </a:lnTo>
                  <a:lnTo>
                    <a:pt x="370896" y="129618"/>
                  </a:lnTo>
                  <a:lnTo>
                    <a:pt x="366354" y="124884"/>
                  </a:lnTo>
                  <a:close/>
                </a:path>
                <a:path w="457835" h="438150">
                  <a:moveTo>
                    <a:pt x="229284" y="107372"/>
                  </a:moveTo>
                  <a:lnTo>
                    <a:pt x="213069" y="110432"/>
                  </a:lnTo>
                  <a:lnTo>
                    <a:pt x="199749" y="119169"/>
                  </a:lnTo>
                  <a:lnTo>
                    <a:pt x="190678" y="132261"/>
                  </a:lnTo>
                  <a:lnTo>
                    <a:pt x="187208" y="148390"/>
                  </a:lnTo>
                  <a:lnTo>
                    <a:pt x="187304" y="149434"/>
                  </a:lnTo>
                  <a:lnTo>
                    <a:pt x="190400" y="165007"/>
                  </a:lnTo>
                  <a:lnTo>
                    <a:pt x="199174" y="178154"/>
                  </a:lnTo>
                  <a:lnTo>
                    <a:pt x="212223" y="187076"/>
                  </a:lnTo>
                  <a:lnTo>
                    <a:pt x="228240" y="190451"/>
                  </a:lnTo>
                  <a:lnTo>
                    <a:pt x="244456" y="187391"/>
                  </a:lnTo>
                  <a:lnTo>
                    <a:pt x="257778" y="178655"/>
                  </a:lnTo>
                  <a:lnTo>
                    <a:pt x="266851" y="165562"/>
                  </a:lnTo>
                  <a:lnTo>
                    <a:pt x="270322" y="149434"/>
                  </a:lnTo>
                  <a:lnTo>
                    <a:pt x="267258" y="133223"/>
                  </a:lnTo>
                  <a:lnTo>
                    <a:pt x="258518" y="119907"/>
                  </a:lnTo>
                  <a:lnTo>
                    <a:pt x="245421" y="110839"/>
                  </a:lnTo>
                  <a:lnTo>
                    <a:pt x="229284" y="107372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1819" y="5689980"/>
            <a:ext cx="2655570" cy="3718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87851" y="7321168"/>
            <a:ext cx="695451" cy="69545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01819" y="7464552"/>
            <a:ext cx="2084831" cy="371856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887851" y="8208264"/>
            <a:ext cx="695960" cy="695960"/>
            <a:chOff x="3887851" y="8208264"/>
            <a:chExt cx="695960" cy="695960"/>
          </a:xfrm>
        </p:grpSpPr>
        <p:sp>
          <p:nvSpPr>
            <p:cNvPr id="19" name="object 19"/>
            <p:cNvSpPr/>
            <p:nvPr/>
          </p:nvSpPr>
          <p:spPr>
            <a:xfrm>
              <a:off x="3887851" y="8208264"/>
              <a:ext cx="695960" cy="695960"/>
            </a:xfrm>
            <a:custGeom>
              <a:avLst/>
              <a:gdLst/>
              <a:ahLst/>
              <a:cxnLst/>
              <a:rect l="l" t="t" r="r" b="b"/>
              <a:pathLst>
                <a:path w="695960" h="695959">
                  <a:moveTo>
                    <a:pt x="347725" y="0"/>
                  </a:moveTo>
                  <a:lnTo>
                    <a:pt x="300545" y="3174"/>
                  </a:lnTo>
                  <a:lnTo>
                    <a:pt x="255293" y="12422"/>
                  </a:lnTo>
                  <a:lnTo>
                    <a:pt x="212383" y="27328"/>
                  </a:lnTo>
                  <a:lnTo>
                    <a:pt x="172230" y="47479"/>
                  </a:lnTo>
                  <a:lnTo>
                    <a:pt x="135249" y="72459"/>
                  </a:lnTo>
                  <a:lnTo>
                    <a:pt x="101853" y="101854"/>
                  </a:lnTo>
                  <a:lnTo>
                    <a:pt x="72459" y="135249"/>
                  </a:lnTo>
                  <a:lnTo>
                    <a:pt x="47479" y="172230"/>
                  </a:lnTo>
                  <a:lnTo>
                    <a:pt x="27328" y="212383"/>
                  </a:lnTo>
                  <a:lnTo>
                    <a:pt x="12422" y="255293"/>
                  </a:lnTo>
                  <a:lnTo>
                    <a:pt x="3174" y="300545"/>
                  </a:lnTo>
                  <a:lnTo>
                    <a:pt x="0" y="347726"/>
                  </a:lnTo>
                  <a:lnTo>
                    <a:pt x="3174" y="394906"/>
                  </a:lnTo>
                  <a:lnTo>
                    <a:pt x="12422" y="440158"/>
                  </a:lnTo>
                  <a:lnTo>
                    <a:pt x="27328" y="483068"/>
                  </a:lnTo>
                  <a:lnTo>
                    <a:pt x="47479" y="523221"/>
                  </a:lnTo>
                  <a:lnTo>
                    <a:pt x="72459" y="560202"/>
                  </a:lnTo>
                  <a:lnTo>
                    <a:pt x="101853" y="593598"/>
                  </a:lnTo>
                  <a:lnTo>
                    <a:pt x="135249" y="622992"/>
                  </a:lnTo>
                  <a:lnTo>
                    <a:pt x="172230" y="647972"/>
                  </a:lnTo>
                  <a:lnTo>
                    <a:pt x="212383" y="668123"/>
                  </a:lnTo>
                  <a:lnTo>
                    <a:pt x="255293" y="683029"/>
                  </a:lnTo>
                  <a:lnTo>
                    <a:pt x="300545" y="692277"/>
                  </a:lnTo>
                  <a:lnTo>
                    <a:pt x="347725" y="695452"/>
                  </a:lnTo>
                  <a:lnTo>
                    <a:pt x="394906" y="692277"/>
                  </a:lnTo>
                  <a:lnTo>
                    <a:pt x="440158" y="683029"/>
                  </a:lnTo>
                  <a:lnTo>
                    <a:pt x="483068" y="668123"/>
                  </a:lnTo>
                  <a:lnTo>
                    <a:pt x="523221" y="647972"/>
                  </a:lnTo>
                  <a:lnTo>
                    <a:pt x="560202" y="622992"/>
                  </a:lnTo>
                  <a:lnTo>
                    <a:pt x="593598" y="593598"/>
                  </a:lnTo>
                  <a:lnTo>
                    <a:pt x="622992" y="560202"/>
                  </a:lnTo>
                  <a:lnTo>
                    <a:pt x="647972" y="523221"/>
                  </a:lnTo>
                  <a:lnTo>
                    <a:pt x="668123" y="483068"/>
                  </a:lnTo>
                  <a:lnTo>
                    <a:pt x="683029" y="440158"/>
                  </a:lnTo>
                  <a:lnTo>
                    <a:pt x="692277" y="394906"/>
                  </a:lnTo>
                  <a:lnTo>
                    <a:pt x="695451" y="347726"/>
                  </a:lnTo>
                  <a:lnTo>
                    <a:pt x="692277" y="300545"/>
                  </a:lnTo>
                  <a:lnTo>
                    <a:pt x="683029" y="255293"/>
                  </a:lnTo>
                  <a:lnTo>
                    <a:pt x="668123" y="212383"/>
                  </a:lnTo>
                  <a:lnTo>
                    <a:pt x="647972" y="172230"/>
                  </a:lnTo>
                  <a:lnTo>
                    <a:pt x="622992" y="135249"/>
                  </a:lnTo>
                  <a:lnTo>
                    <a:pt x="593598" y="101854"/>
                  </a:lnTo>
                  <a:lnTo>
                    <a:pt x="560202" y="72459"/>
                  </a:lnTo>
                  <a:lnTo>
                    <a:pt x="523221" y="47479"/>
                  </a:lnTo>
                  <a:lnTo>
                    <a:pt x="483068" y="27328"/>
                  </a:lnTo>
                  <a:lnTo>
                    <a:pt x="440158" y="12422"/>
                  </a:lnTo>
                  <a:lnTo>
                    <a:pt x="394906" y="3174"/>
                  </a:lnTo>
                  <a:lnTo>
                    <a:pt x="347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33192" y="8353591"/>
              <a:ext cx="408305" cy="408305"/>
            </a:xfrm>
            <a:custGeom>
              <a:avLst/>
              <a:gdLst/>
              <a:ahLst/>
              <a:cxnLst/>
              <a:rect l="l" t="t" r="r" b="b"/>
              <a:pathLst>
                <a:path w="408304" h="408304">
                  <a:moveTo>
                    <a:pt x="109853" y="0"/>
                  </a:moveTo>
                  <a:lnTo>
                    <a:pt x="101564" y="0"/>
                  </a:lnTo>
                  <a:lnTo>
                    <a:pt x="62107" y="8007"/>
                  </a:lnTo>
                  <a:lnTo>
                    <a:pt x="29815" y="29817"/>
                  </a:lnTo>
                  <a:lnTo>
                    <a:pt x="8006" y="62113"/>
                  </a:lnTo>
                  <a:lnTo>
                    <a:pt x="0" y="101575"/>
                  </a:lnTo>
                  <a:lnTo>
                    <a:pt x="4014" y="151204"/>
                  </a:lnTo>
                  <a:lnTo>
                    <a:pt x="15636" y="198304"/>
                  </a:lnTo>
                  <a:lnTo>
                    <a:pt x="34229" y="242239"/>
                  </a:lnTo>
                  <a:lnTo>
                    <a:pt x="59159" y="282376"/>
                  </a:lnTo>
                  <a:lnTo>
                    <a:pt x="89792" y="318079"/>
                  </a:lnTo>
                  <a:lnTo>
                    <a:pt x="125493" y="348714"/>
                  </a:lnTo>
                  <a:lnTo>
                    <a:pt x="165627" y="373645"/>
                  </a:lnTo>
                  <a:lnTo>
                    <a:pt x="209560" y="392240"/>
                  </a:lnTo>
                  <a:lnTo>
                    <a:pt x="256657" y="403862"/>
                  </a:lnTo>
                  <a:lnTo>
                    <a:pt x="306283" y="407877"/>
                  </a:lnTo>
                  <a:lnTo>
                    <a:pt x="345798" y="399869"/>
                  </a:lnTo>
                  <a:lnTo>
                    <a:pt x="378086" y="378058"/>
                  </a:lnTo>
                  <a:lnTo>
                    <a:pt x="399864" y="345763"/>
                  </a:lnTo>
                  <a:lnTo>
                    <a:pt x="407853" y="306301"/>
                  </a:lnTo>
                  <a:lnTo>
                    <a:pt x="407853" y="297883"/>
                  </a:lnTo>
                  <a:lnTo>
                    <a:pt x="397301" y="261082"/>
                  </a:lnTo>
                  <a:lnTo>
                    <a:pt x="249577" y="224333"/>
                  </a:lnTo>
                  <a:lnTo>
                    <a:pt x="220367" y="251972"/>
                  </a:lnTo>
                  <a:lnTo>
                    <a:pt x="215633" y="260253"/>
                  </a:lnTo>
                  <a:lnTo>
                    <a:pt x="205299" y="253890"/>
                  </a:lnTo>
                  <a:lnTo>
                    <a:pt x="186012" y="239142"/>
                  </a:lnTo>
                  <a:lnTo>
                    <a:pt x="168723" y="221852"/>
                  </a:lnTo>
                  <a:lnTo>
                    <a:pt x="153975" y="202564"/>
                  </a:lnTo>
                  <a:lnTo>
                    <a:pt x="147613" y="192229"/>
                  </a:lnTo>
                  <a:lnTo>
                    <a:pt x="155893" y="187495"/>
                  </a:lnTo>
                  <a:lnTo>
                    <a:pt x="163730" y="181983"/>
                  </a:lnTo>
                  <a:lnTo>
                    <a:pt x="171073" y="175707"/>
                  </a:lnTo>
                  <a:lnTo>
                    <a:pt x="181820" y="164204"/>
                  </a:lnTo>
                  <a:lnTo>
                    <a:pt x="183531" y="158283"/>
                  </a:lnTo>
                  <a:lnTo>
                    <a:pt x="161690" y="22367"/>
                  </a:lnTo>
                  <a:lnTo>
                    <a:pt x="158401" y="17499"/>
                  </a:lnTo>
                  <a:lnTo>
                    <a:pt x="146801" y="10575"/>
                  </a:lnTo>
                  <a:lnTo>
                    <a:pt x="132480" y="4851"/>
                  </a:lnTo>
                  <a:lnTo>
                    <a:pt x="117879" y="1052"/>
                  </a:lnTo>
                  <a:lnTo>
                    <a:pt x="10985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33300" y="8382274"/>
              <a:ext cx="179062" cy="179072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01819" y="8351773"/>
            <a:ext cx="1576197" cy="371856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028700" y="4002404"/>
            <a:ext cx="2312035" cy="0"/>
          </a:xfrm>
          <a:custGeom>
            <a:avLst/>
            <a:gdLst/>
            <a:ahLst/>
            <a:cxnLst/>
            <a:rect l="l" t="t" r="r" b="b"/>
            <a:pathLst>
              <a:path w="2312035">
                <a:moveTo>
                  <a:pt x="2312035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028700" y="9236354"/>
            <a:ext cx="2642870" cy="340360"/>
            <a:chOff x="1028700" y="9236354"/>
            <a:chExt cx="2642870" cy="34036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700" y="9236354"/>
              <a:ext cx="806704" cy="33985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33727" y="9236354"/>
              <a:ext cx="124968" cy="3398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96212" y="9236354"/>
              <a:ext cx="1341501" cy="33985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03473" y="9236354"/>
              <a:ext cx="124968" cy="3398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65957" y="9236354"/>
              <a:ext cx="705104" cy="339852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28700" y="710437"/>
            <a:ext cx="18444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795245" y="9236354"/>
            <a:ext cx="2642235" cy="340360"/>
            <a:chOff x="14795245" y="9236354"/>
            <a:chExt cx="2642235" cy="340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95245" y="9236354"/>
              <a:ext cx="806703" cy="3398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00273" y="9236354"/>
              <a:ext cx="124967" cy="3398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62757" y="9236354"/>
              <a:ext cx="1201864" cy="3398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31081" y="9236354"/>
              <a:ext cx="277367" cy="3398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9765" y="9236354"/>
              <a:ext cx="124967" cy="3398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32249" y="9236354"/>
              <a:ext cx="705103" cy="33985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1908" rIns="0" bIns="0" rtlCol="0">
            <a:spAutoFit/>
          </a:bodyPr>
          <a:lstStyle/>
          <a:p>
            <a:pPr marL="11103610" marR="5080" indent="1865630">
              <a:lnSpc>
                <a:spcPts val="8000"/>
              </a:lnSpc>
              <a:spcBef>
                <a:spcPts val="1700"/>
              </a:spcBef>
            </a:pPr>
            <a:r>
              <a:rPr spc="950" dirty="0"/>
              <a:t>About </a:t>
            </a:r>
            <a:r>
              <a:rPr spc="869" dirty="0"/>
              <a:t>Company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-12"/>
            <a:ext cx="8327390" cy="10287635"/>
            <a:chOff x="0" y="-12"/>
            <a:chExt cx="8327390" cy="10287635"/>
          </a:xfrm>
        </p:grpSpPr>
        <p:sp>
          <p:nvSpPr>
            <p:cNvPr id="11" name="object 11"/>
            <p:cNvSpPr/>
            <p:nvPr/>
          </p:nvSpPr>
          <p:spPr>
            <a:xfrm>
              <a:off x="0" y="-12"/>
              <a:ext cx="2092960" cy="10287635"/>
            </a:xfrm>
            <a:custGeom>
              <a:avLst/>
              <a:gdLst/>
              <a:ahLst/>
              <a:cxnLst/>
              <a:rect l="l" t="t" r="r" b="b"/>
              <a:pathLst>
                <a:path w="2092960" h="10287635">
                  <a:moveTo>
                    <a:pt x="2092683" y="10287012"/>
                  </a:moveTo>
                  <a:lnTo>
                    <a:pt x="2092683" y="12"/>
                  </a:lnTo>
                  <a:lnTo>
                    <a:pt x="0" y="0"/>
                  </a:lnTo>
                  <a:lnTo>
                    <a:pt x="0" y="10287012"/>
                  </a:lnTo>
                  <a:lnTo>
                    <a:pt x="2092683" y="10287012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2261" y="639025"/>
              <a:ext cx="7454519" cy="9148572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14947264" y="4453509"/>
            <a:ext cx="2312035" cy="0"/>
          </a:xfrm>
          <a:custGeom>
            <a:avLst/>
            <a:gdLst/>
            <a:ahLst/>
            <a:cxnLst/>
            <a:rect l="l" t="t" r="r" b="b"/>
            <a:pathLst>
              <a:path w="2312034">
                <a:moveTo>
                  <a:pt x="2312034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83154" y="724788"/>
            <a:ext cx="1844040" cy="27889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3B38544-D7B0-A71B-513A-8073E6C4D7F5}"/>
              </a:ext>
            </a:extLst>
          </p:cNvPr>
          <p:cNvSpPr txBox="1"/>
          <p:nvPr/>
        </p:nvSpPr>
        <p:spPr>
          <a:xfrm>
            <a:off x="9753600" y="4838700"/>
            <a:ext cx="7924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MT"/>
              </a:rPr>
              <a:t>Founded in 2023, Shine Spec is a professional cleaning company dedicated to creating spotless, healthy, and welcoming spaces for homes and businesses. We pride ourselves on delivering reliable, high‑quality cleaning services that leave a lasting impression.</a:t>
            </a:r>
          </a:p>
          <a:p>
            <a:endParaRPr lang="en-US" sz="2000" dirty="0">
              <a:latin typeface="Arial MT"/>
            </a:endParaRPr>
          </a:p>
          <a:p>
            <a:r>
              <a:rPr lang="en-US" sz="2000" b="1" dirty="0">
                <a:latin typeface="Arial MT"/>
              </a:rPr>
              <a:t>What We Offer:</a:t>
            </a:r>
          </a:p>
          <a:p>
            <a:r>
              <a:rPr lang="en-US" sz="2000" dirty="0">
                <a:latin typeface="Arial MT"/>
              </a:rPr>
              <a:t>🏠 Residential Cleaning – regular, deep, and move‑in/move‑out cleans</a:t>
            </a:r>
          </a:p>
          <a:p>
            <a:r>
              <a:rPr lang="en-US" sz="2000" dirty="0">
                <a:latin typeface="Arial MT"/>
              </a:rPr>
              <a:t>🏢 Commercial Cleaning – offices, retail spaces, and business premises</a:t>
            </a:r>
          </a:p>
          <a:p>
            <a:r>
              <a:rPr lang="en-US" sz="2000" dirty="0">
                <a:latin typeface="Arial MT"/>
              </a:rPr>
              <a:t>✅ Flexible schedules tailored to your needs</a:t>
            </a:r>
          </a:p>
          <a:p>
            <a:r>
              <a:rPr lang="en-US" sz="2000" dirty="0">
                <a:latin typeface="Arial MT"/>
              </a:rPr>
              <a:t>✅ Commitment to professionalism and client satisfaction</a:t>
            </a:r>
            <a:endParaRPr lang="en-ZA" dirty="0">
              <a:latin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5245" y="9236354"/>
            <a:ext cx="2610865" cy="3398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83154" y="724788"/>
            <a:ext cx="1844040" cy="2788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48410" y="-1"/>
            <a:ext cx="9291320" cy="10287000"/>
            <a:chOff x="848410" y="-1"/>
            <a:chExt cx="9291320" cy="10287000"/>
          </a:xfrm>
        </p:grpSpPr>
        <p:sp>
          <p:nvSpPr>
            <p:cNvPr id="5" name="object 5"/>
            <p:cNvSpPr/>
            <p:nvPr/>
          </p:nvSpPr>
          <p:spPr>
            <a:xfrm>
              <a:off x="5685662" y="2916554"/>
              <a:ext cx="4453890" cy="4453890"/>
            </a:xfrm>
            <a:custGeom>
              <a:avLst/>
              <a:gdLst/>
              <a:ahLst/>
              <a:cxnLst/>
              <a:rect l="l" t="t" r="r" b="b"/>
              <a:pathLst>
                <a:path w="4453890" h="4453890">
                  <a:moveTo>
                    <a:pt x="2226944" y="0"/>
                  </a:moveTo>
                  <a:lnTo>
                    <a:pt x="2178520" y="516"/>
                  </a:lnTo>
                  <a:lnTo>
                    <a:pt x="2130347" y="2057"/>
                  </a:lnTo>
                  <a:lnTo>
                    <a:pt x="2082437" y="4613"/>
                  </a:lnTo>
                  <a:lnTo>
                    <a:pt x="2034801" y="8174"/>
                  </a:lnTo>
                  <a:lnTo>
                    <a:pt x="1987448" y="12729"/>
                  </a:lnTo>
                  <a:lnTo>
                    <a:pt x="1940389" y="18267"/>
                  </a:lnTo>
                  <a:lnTo>
                    <a:pt x="1893634" y="24778"/>
                  </a:lnTo>
                  <a:lnTo>
                    <a:pt x="1847195" y="32252"/>
                  </a:lnTo>
                  <a:lnTo>
                    <a:pt x="1801081" y="40678"/>
                  </a:lnTo>
                  <a:lnTo>
                    <a:pt x="1755302" y="50046"/>
                  </a:lnTo>
                  <a:lnTo>
                    <a:pt x="1709870" y="60345"/>
                  </a:lnTo>
                  <a:lnTo>
                    <a:pt x="1664795" y="71565"/>
                  </a:lnTo>
                  <a:lnTo>
                    <a:pt x="1620087" y="83695"/>
                  </a:lnTo>
                  <a:lnTo>
                    <a:pt x="1575756" y="96725"/>
                  </a:lnTo>
                  <a:lnTo>
                    <a:pt x="1531814" y="110645"/>
                  </a:lnTo>
                  <a:lnTo>
                    <a:pt x="1488270" y="125443"/>
                  </a:lnTo>
                  <a:lnTo>
                    <a:pt x="1445135" y="141111"/>
                  </a:lnTo>
                  <a:lnTo>
                    <a:pt x="1402419" y="157636"/>
                  </a:lnTo>
                  <a:lnTo>
                    <a:pt x="1360134" y="175009"/>
                  </a:lnTo>
                  <a:lnTo>
                    <a:pt x="1318288" y="193220"/>
                  </a:lnTo>
                  <a:lnTo>
                    <a:pt x="1276894" y="212257"/>
                  </a:lnTo>
                  <a:lnTo>
                    <a:pt x="1235960" y="232111"/>
                  </a:lnTo>
                  <a:lnTo>
                    <a:pt x="1195498" y="252770"/>
                  </a:lnTo>
                  <a:lnTo>
                    <a:pt x="1155519" y="274226"/>
                  </a:lnTo>
                  <a:lnTo>
                    <a:pt x="1116032" y="296466"/>
                  </a:lnTo>
                  <a:lnTo>
                    <a:pt x="1077047" y="319480"/>
                  </a:lnTo>
                  <a:lnTo>
                    <a:pt x="1038577" y="343259"/>
                  </a:lnTo>
                  <a:lnTo>
                    <a:pt x="1000630" y="367792"/>
                  </a:lnTo>
                  <a:lnTo>
                    <a:pt x="963217" y="393067"/>
                  </a:lnTo>
                  <a:lnTo>
                    <a:pt x="926349" y="419076"/>
                  </a:lnTo>
                  <a:lnTo>
                    <a:pt x="890037" y="445807"/>
                  </a:lnTo>
                  <a:lnTo>
                    <a:pt x="854290" y="473250"/>
                  </a:lnTo>
                  <a:lnTo>
                    <a:pt x="819119" y="501394"/>
                  </a:lnTo>
                  <a:lnTo>
                    <a:pt x="784534" y="530229"/>
                  </a:lnTo>
                  <a:lnTo>
                    <a:pt x="750547" y="559745"/>
                  </a:lnTo>
                  <a:lnTo>
                    <a:pt x="717167" y="589931"/>
                  </a:lnTo>
                  <a:lnTo>
                    <a:pt x="684405" y="620777"/>
                  </a:lnTo>
                  <a:lnTo>
                    <a:pt x="652271" y="652271"/>
                  </a:lnTo>
                  <a:lnTo>
                    <a:pt x="620777" y="684405"/>
                  </a:lnTo>
                  <a:lnTo>
                    <a:pt x="589931" y="717167"/>
                  </a:lnTo>
                  <a:lnTo>
                    <a:pt x="559745" y="750547"/>
                  </a:lnTo>
                  <a:lnTo>
                    <a:pt x="530229" y="784534"/>
                  </a:lnTo>
                  <a:lnTo>
                    <a:pt x="501394" y="819119"/>
                  </a:lnTo>
                  <a:lnTo>
                    <a:pt x="473250" y="854290"/>
                  </a:lnTo>
                  <a:lnTo>
                    <a:pt x="445807" y="890037"/>
                  </a:lnTo>
                  <a:lnTo>
                    <a:pt x="419076" y="926349"/>
                  </a:lnTo>
                  <a:lnTo>
                    <a:pt x="393067" y="963217"/>
                  </a:lnTo>
                  <a:lnTo>
                    <a:pt x="367792" y="1000630"/>
                  </a:lnTo>
                  <a:lnTo>
                    <a:pt x="343259" y="1038577"/>
                  </a:lnTo>
                  <a:lnTo>
                    <a:pt x="319480" y="1077047"/>
                  </a:lnTo>
                  <a:lnTo>
                    <a:pt x="296466" y="1116032"/>
                  </a:lnTo>
                  <a:lnTo>
                    <a:pt x="274226" y="1155519"/>
                  </a:lnTo>
                  <a:lnTo>
                    <a:pt x="252770" y="1195498"/>
                  </a:lnTo>
                  <a:lnTo>
                    <a:pt x="232111" y="1235960"/>
                  </a:lnTo>
                  <a:lnTo>
                    <a:pt x="212257" y="1276894"/>
                  </a:lnTo>
                  <a:lnTo>
                    <a:pt x="193220" y="1318288"/>
                  </a:lnTo>
                  <a:lnTo>
                    <a:pt x="175009" y="1360134"/>
                  </a:lnTo>
                  <a:lnTo>
                    <a:pt x="157636" y="1402419"/>
                  </a:lnTo>
                  <a:lnTo>
                    <a:pt x="141111" y="1445135"/>
                  </a:lnTo>
                  <a:lnTo>
                    <a:pt x="125443" y="1488270"/>
                  </a:lnTo>
                  <a:lnTo>
                    <a:pt x="110645" y="1531814"/>
                  </a:lnTo>
                  <a:lnTo>
                    <a:pt x="96725" y="1575756"/>
                  </a:lnTo>
                  <a:lnTo>
                    <a:pt x="83695" y="1620087"/>
                  </a:lnTo>
                  <a:lnTo>
                    <a:pt x="71565" y="1664795"/>
                  </a:lnTo>
                  <a:lnTo>
                    <a:pt x="60345" y="1709870"/>
                  </a:lnTo>
                  <a:lnTo>
                    <a:pt x="50046" y="1755302"/>
                  </a:lnTo>
                  <a:lnTo>
                    <a:pt x="40678" y="1801081"/>
                  </a:lnTo>
                  <a:lnTo>
                    <a:pt x="32252" y="1847195"/>
                  </a:lnTo>
                  <a:lnTo>
                    <a:pt x="24778" y="1893634"/>
                  </a:lnTo>
                  <a:lnTo>
                    <a:pt x="18267" y="1940389"/>
                  </a:lnTo>
                  <a:lnTo>
                    <a:pt x="12729" y="1987448"/>
                  </a:lnTo>
                  <a:lnTo>
                    <a:pt x="8174" y="2034801"/>
                  </a:lnTo>
                  <a:lnTo>
                    <a:pt x="4613" y="2082437"/>
                  </a:lnTo>
                  <a:lnTo>
                    <a:pt x="2057" y="2130347"/>
                  </a:lnTo>
                  <a:lnTo>
                    <a:pt x="516" y="2178520"/>
                  </a:lnTo>
                  <a:lnTo>
                    <a:pt x="0" y="2226945"/>
                  </a:lnTo>
                  <a:lnTo>
                    <a:pt x="516" y="2275369"/>
                  </a:lnTo>
                  <a:lnTo>
                    <a:pt x="2057" y="2323542"/>
                  </a:lnTo>
                  <a:lnTo>
                    <a:pt x="4613" y="2371452"/>
                  </a:lnTo>
                  <a:lnTo>
                    <a:pt x="8174" y="2419088"/>
                  </a:lnTo>
                  <a:lnTo>
                    <a:pt x="12729" y="2466441"/>
                  </a:lnTo>
                  <a:lnTo>
                    <a:pt x="18267" y="2513500"/>
                  </a:lnTo>
                  <a:lnTo>
                    <a:pt x="24778" y="2560255"/>
                  </a:lnTo>
                  <a:lnTo>
                    <a:pt x="32252" y="2606694"/>
                  </a:lnTo>
                  <a:lnTo>
                    <a:pt x="40678" y="2652808"/>
                  </a:lnTo>
                  <a:lnTo>
                    <a:pt x="50046" y="2698587"/>
                  </a:lnTo>
                  <a:lnTo>
                    <a:pt x="60345" y="2744019"/>
                  </a:lnTo>
                  <a:lnTo>
                    <a:pt x="71565" y="2789094"/>
                  </a:lnTo>
                  <a:lnTo>
                    <a:pt x="83695" y="2833802"/>
                  </a:lnTo>
                  <a:lnTo>
                    <a:pt x="96725" y="2878133"/>
                  </a:lnTo>
                  <a:lnTo>
                    <a:pt x="110645" y="2922075"/>
                  </a:lnTo>
                  <a:lnTo>
                    <a:pt x="125443" y="2965619"/>
                  </a:lnTo>
                  <a:lnTo>
                    <a:pt x="141111" y="3008754"/>
                  </a:lnTo>
                  <a:lnTo>
                    <a:pt x="157636" y="3051470"/>
                  </a:lnTo>
                  <a:lnTo>
                    <a:pt x="175009" y="3093755"/>
                  </a:lnTo>
                  <a:lnTo>
                    <a:pt x="193220" y="3135601"/>
                  </a:lnTo>
                  <a:lnTo>
                    <a:pt x="212257" y="3176995"/>
                  </a:lnTo>
                  <a:lnTo>
                    <a:pt x="232111" y="3217929"/>
                  </a:lnTo>
                  <a:lnTo>
                    <a:pt x="252770" y="3258391"/>
                  </a:lnTo>
                  <a:lnTo>
                    <a:pt x="274226" y="3298370"/>
                  </a:lnTo>
                  <a:lnTo>
                    <a:pt x="296466" y="3337857"/>
                  </a:lnTo>
                  <a:lnTo>
                    <a:pt x="319480" y="3376842"/>
                  </a:lnTo>
                  <a:lnTo>
                    <a:pt x="343259" y="3415312"/>
                  </a:lnTo>
                  <a:lnTo>
                    <a:pt x="367792" y="3453259"/>
                  </a:lnTo>
                  <a:lnTo>
                    <a:pt x="393067" y="3490672"/>
                  </a:lnTo>
                  <a:lnTo>
                    <a:pt x="419076" y="3527540"/>
                  </a:lnTo>
                  <a:lnTo>
                    <a:pt x="445807" y="3563852"/>
                  </a:lnTo>
                  <a:lnTo>
                    <a:pt x="473250" y="3599599"/>
                  </a:lnTo>
                  <a:lnTo>
                    <a:pt x="501394" y="3634770"/>
                  </a:lnTo>
                  <a:lnTo>
                    <a:pt x="530229" y="3669355"/>
                  </a:lnTo>
                  <a:lnTo>
                    <a:pt x="559745" y="3703342"/>
                  </a:lnTo>
                  <a:lnTo>
                    <a:pt x="589931" y="3736722"/>
                  </a:lnTo>
                  <a:lnTo>
                    <a:pt x="620777" y="3769484"/>
                  </a:lnTo>
                  <a:lnTo>
                    <a:pt x="652272" y="3801617"/>
                  </a:lnTo>
                  <a:lnTo>
                    <a:pt x="684405" y="3833112"/>
                  </a:lnTo>
                  <a:lnTo>
                    <a:pt x="717167" y="3863958"/>
                  </a:lnTo>
                  <a:lnTo>
                    <a:pt x="750547" y="3894144"/>
                  </a:lnTo>
                  <a:lnTo>
                    <a:pt x="784534" y="3923660"/>
                  </a:lnTo>
                  <a:lnTo>
                    <a:pt x="819119" y="3952495"/>
                  </a:lnTo>
                  <a:lnTo>
                    <a:pt x="854290" y="3980639"/>
                  </a:lnTo>
                  <a:lnTo>
                    <a:pt x="890037" y="4008082"/>
                  </a:lnTo>
                  <a:lnTo>
                    <a:pt x="926349" y="4034813"/>
                  </a:lnTo>
                  <a:lnTo>
                    <a:pt x="963217" y="4060822"/>
                  </a:lnTo>
                  <a:lnTo>
                    <a:pt x="1000630" y="4086097"/>
                  </a:lnTo>
                  <a:lnTo>
                    <a:pt x="1038577" y="4110630"/>
                  </a:lnTo>
                  <a:lnTo>
                    <a:pt x="1077047" y="4134409"/>
                  </a:lnTo>
                  <a:lnTo>
                    <a:pt x="1116032" y="4157423"/>
                  </a:lnTo>
                  <a:lnTo>
                    <a:pt x="1155519" y="4179663"/>
                  </a:lnTo>
                  <a:lnTo>
                    <a:pt x="1195498" y="4201119"/>
                  </a:lnTo>
                  <a:lnTo>
                    <a:pt x="1235960" y="4221778"/>
                  </a:lnTo>
                  <a:lnTo>
                    <a:pt x="1276894" y="4241632"/>
                  </a:lnTo>
                  <a:lnTo>
                    <a:pt x="1318288" y="4260669"/>
                  </a:lnTo>
                  <a:lnTo>
                    <a:pt x="1360134" y="4278880"/>
                  </a:lnTo>
                  <a:lnTo>
                    <a:pt x="1402419" y="4296253"/>
                  </a:lnTo>
                  <a:lnTo>
                    <a:pt x="1445135" y="4312778"/>
                  </a:lnTo>
                  <a:lnTo>
                    <a:pt x="1488270" y="4328446"/>
                  </a:lnTo>
                  <a:lnTo>
                    <a:pt x="1531814" y="4343244"/>
                  </a:lnTo>
                  <a:lnTo>
                    <a:pt x="1575756" y="4357164"/>
                  </a:lnTo>
                  <a:lnTo>
                    <a:pt x="1620087" y="4370194"/>
                  </a:lnTo>
                  <a:lnTo>
                    <a:pt x="1664795" y="4382324"/>
                  </a:lnTo>
                  <a:lnTo>
                    <a:pt x="1709870" y="4393544"/>
                  </a:lnTo>
                  <a:lnTo>
                    <a:pt x="1755302" y="4403843"/>
                  </a:lnTo>
                  <a:lnTo>
                    <a:pt x="1801081" y="4413211"/>
                  </a:lnTo>
                  <a:lnTo>
                    <a:pt x="1847195" y="4421637"/>
                  </a:lnTo>
                  <a:lnTo>
                    <a:pt x="1893634" y="4429111"/>
                  </a:lnTo>
                  <a:lnTo>
                    <a:pt x="1940389" y="4435622"/>
                  </a:lnTo>
                  <a:lnTo>
                    <a:pt x="1987448" y="4441160"/>
                  </a:lnTo>
                  <a:lnTo>
                    <a:pt x="2034801" y="4445715"/>
                  </a:lnTo>
                  <a:lnTo>
                    <a:pt x="2082437" y="4449276"/>
                  </a:lnTo>
                  <a:lnTo>
                    <a:pt x="2130347" y="4451832"/>
                  </a:lnTo>
                  <a:lnTo>
                    <a:pt x="2178520" y="4453373"/>
                  </a:lnTo>
                  <a:lnTo>
                    <a:pt x="2226944" y="4453890"/>
                  </a:lnTo>
                  <a:lnTo>
                    <a:pt x="2275374" y="4453373"/>
                  </a:lnTo>
                  <a:lnTo>
                    <a:pt x="2323551" y="4451832"/>
                  </a:lnTo>
                  <a:lnTo>
                    <a:pt x="2371465" y="4449276"/>
                  </a:lnTo>
                  <a:lnTo>
                    <a:pt x="2419106" y="4445715"/>
                  </a:lnTo>
                  <a:lnTo>
                    <a:pt x="2466463" y="4441160"/>
                  </a:lnTo>
                  <a:lnTo>
                    <a:pt x="2513526" y="4435622"/>
                  </a:lnTo>
                  <a:lnTo>
                    <a:pt x="2560284" y="4429111"/>
                  </a:lnTo>
                  <a:lnTo>
                    <a:pt x="2606726" y="4421637"/>
                  </a:lnTo>
                  <a:lnTo>
                    <a:pt x="2652843" y="4413211"/>
                  </a:lnTo>
                  <a:lnTo>
                    <a:pt x="2698625" y="4403843"/>
                  </a:lnTo>
                  <a:lnTo>
                    <a:pt x="2744059" y="4393544"/>
                  </a:lnTo>
                  <a:lnTo>
                    <a:pt x="2789137" y="4382324"/>
                  </a:lnTo>
                  <a:lnTo>
                    <a:pt x="2833847" y="4370194"/>
                  </a:lnTo>
                  <a:lnTo>
                    <a:pt x="2878179" y="4357164"/>
                  </a:lnTo>
                  <a:lnTo>
                    <a:pt x="2922124" y="4343244"/>
                  </a:lnTo>
                  <a:lnTo>
                    <a:pt x="2965669" y="4328446"/>
                  </a:lnTo>
                  <a:lnTo>
                    <a:pt x="3008805" y="4312778"/>
                  </a:lnTo>
                  <a:lnTo>
                    <a:pt x="3051522" y="4296253"/>
                  </a:lnTo>
                  <a:lnTo>
                    <a:pt x="3093809" y="4278880"/>
                  </a:lnTo>
                  <a:lnTo>
                    <a:pt x="3135655" y="4260669"/>
                  </a:lnTo>
                  <a:lnTo>
                    <a:pt x="3177050" y="4241632"/>
                  </a:lnTo>
                  <a:lnTo>
                    <a:pt x="3217984" y="4221778"/>
                  </a:lnTo>
                  <a:lnTo>
                    <a:pt x="3258447" y="4201119"/>
                  </a:lnTo>
                  <a:lnTo>
                    <a:pt x="3298427" y="4179663"/>
                  </a:lnTo>
                  <a:lnTo>
                    <a:pt x="3337914" y="4157423"/>
                  </a:lnTo>
                  <a:lnTo>
                    <a:pt x="3376898" y="4134409"/>
                  </a:lnTo>
                  <a:lnTo>
                    <a:pt x="3415369" y="4110630"/>
                  </a:lnTo>
                  <a:lnTo>
                    <a:pt x="3453315" y="4086097"/>
                  </a:lnTo>
                  <a:lnTo>
                    <a:pt x="3490728" y="4060822"/>
                  </a:lnTo>
                  <a:lnTo>
                    <a:pt x="3527595" y="4034813"/>
                  </a:lnTo>
                  <a:lnTo>
                    <a:pt x="3563907" y="4008082"/>
                  </a:lnTo>
                  <a:lnTo>
                    <a:pt x="3599653" y="3980639"/>
                  </a:lnTo>
                  <a:lnTo>
                    <a:pt x="3634823" y="3952495"/>
                  </a:lnTo>
                  <a:lnTo>
                    <a:pt x="3669407" y="3923660"/>
                  </a:lnTo>
                  <a:lnTo>
                    <a:pt x="3703393" y="3894144"/>
                  </a:lnTo>
                  <a:lnTo>
                    <a:pt x="3736772" y="3863958"/>
                  </a:lnTo>
                  <a:lnTo>
                    <a:pt x="3769533" y="3833112"/>
                  </a:lnTo>
                  <a:lnTo>
                    <a:pt x="3801665" y="3801618"/>
                  </a:lnTo>
                  <a:lnTo>
                    <a:pt x="3833159" y="3769484"/>
                  </a:lnTo>
                  <a:lnTo>
                    <a:pt x="3864003" y="3736722"/>
                  </a:lnTo>
                  <a:lnTo>
                    <a:pt x="3894188" y="3703342"/>
                  </a:lnTo>
                  <a:lnTo>
                    <a:pt x="3923702" y="3669355"/>
                  </a:lnTo>
                  <a:lnTo>
                    <a:pt x="3952536" y="3634770"/>
                  </a:lnTo>
                  <a:lnTo>
                    <a:pt x="3980679" y="3599599"/>
                  </a:lnTo>
                  <a:lnTo>
                    <a:pt x="4008120" y="3563852"/>
                  </a:lnTo>
                  <a:lnTo>
                    <a:pt x="4034849" y="3527540"/>
                  </a:lnTo>
                  <a:lnTo>
                    <a:pt x="4060856" y="3490672"/>
                  </a:lnTo>
                  <a:lnTo>
                    <a:pt x="4086130" y="3453259"/>
                  </a:lnTo>
                  <a:lnTo>
                    <a:pt x="4110661" y="3415312"/>
                  </a:lnTo>
                  <a:lnTo>
                    <a:pt x="4134438" y="3376842"/>
                  </a:lnTo>
                  <a:lnTo>
                    <a:pt x="4157451" y="3337857"/>
                  </a:lnTo>
                  <a:lnTo>
                    <a:pt x="4179689" y="3298370"/>
                  </a:lnTo>
                  <a:lnTo>
                    <a:pt x="4201143" y="3258391"/>
                  </a:lnTo>
                  <a:lnTo>
                    <a:pt x="4221801" y="3217929"/>
                  </a:lnTo>
                  <a:lnTo>
                    <a:pt x="4241653" y="3176995"/>
                  </a:lnTo>
                  <a:lnTo>
                    <a:pt x="4260689" y="3135601"/>
                  </a:lnTo>
                  <a:lnTo>
                    <a:pt x="4278897" y="3093755"/>
                  </a:lnTo>
                  <a:lnTo>
                    <a:pt x="4296269" y="3051470"/>
                  </a:lnTo>
                  <a:lnTo>
                    <a:pt x="4312793" y="3008754"/>
                  </a:lnTo>
                  <a:lnTo>
                    <a:pt x="4328459" y="2965619"/>
                  </a:lnTo>
                  <a:lnTo>
                    <a:pt x="4343256" y="2922075"/>
                  </a:lnTo>
                  <a:lnTo>
                    <a:pt x="4357175" y="2878133"/>
                  </a:lnTo>
                  <a:lnTo>
                    <a:pt x="4370203" y="2833802"/>
                  </a:lnTo>
                  <a:lnTo>
                    <a:pt x="4382332" y="2789094"/>
                  </a:lnTo>
                  <a:lnTo>
                    <a:pt x="4393551" y="2744019"/>
                  </a:lnTo>
                  <a:lnTo>
                    <a:pt x="4403849" y="2698587"/>
                  </a:lnTo>
                  <a:lnTo>
                    <a:pt x="4413216" y="2652808"/>
                  </a:lnTo>
                  <a:lnTo>
                    <a:pt x="4421641" y="2606694"/>
                  </a:lnTo>
                  <a:lnTo>
                    <a:pt x="4429114" y="2560255"/>
                  </a:lnTo>
                  <a:lnTo>
                    <a:pt x="4435624" y="2513500"/>
                  </a:lnTo>
                  <a:lnTo>
                    <a:pt x="4441162" y="2466441"/>
                  </a:lnTo>
                  <a:lnTo>
                    <a:pt x="4445716" y="2419088"/>
                  </a:lnTo>
                  <a:lnTo>
                    <a:pt x="4449276" y="2371452"/>
                  </a:lnTo>
                  <a:lnTo>
                    <a:pt x="4451832" y="2323542"/>
                  </a:lnTo>
                  <a:lnTo>
                    <a:pt x="4453373" y="2275369"/>
                  </a:lnTo>
                  <a:lnTo>
                    <a:pt x="4453890" y="2226945"/>
                  </a:lnTo>
                  <a:lnTo>
                    <a:pt x="4453373" y="2178520"/>
                  </a:lnTo>
                  <a:lnTo>
                    <a:pt x="4451832" y="2130347"/>
                  </a:lnTo>
                  <a:lnTo>
                    <a:pt x="4449276" y="2082437"/>
                  </a:lnTo>
                  <a:lnTo>
                    <a:pt x="4445716" y="2034801"/>
                  </a:lnTo>
                  <a:lnTo>
                    <a:pt x="4441162" y="1987448"/>
                  </a:lnTo>
                  <a:lnTo>
                    <a:pt x="4435624" y="1940389"/>
                  </a:lnTo>
                  <a:lnTo>
                    <a:pt x="4429114" y="1893634"/>
                  </a:lnTo>
                  <a:lnTo>
                    <a:pt x="4421641" y="1847195"/>
                  </a:lnTo>
                  <a:lnTo>
                    <a:pt x="4413216" y="1801081"/>
                  </a:lnTo>
                  <a:lnTo>
                    <a:pt x="4403849" y="1755302"/>
                  </a:lnTo>
                  <a:lnTo>
                    <a:pt x="4393551" y="1709870"/>
                  </a:lnTo>
                  <a:lnTo>
                    <a:pt x="4382332" y="1664795"/>
                  </a:lnTo>
                  <a:lnTo>
                    <a:pt x="4370203" y="1620087"/>
                  </a:lnTo>
                  <a:lnTo>
                    <a:pt x="4357175" y="1575756"/>
                  </a:lnTo>
                  <a:lnTo>
                    <a:pt x="4343256" y="1531814"/>
                  </a:lnTo>
                  <a:lnTo>
                    <a:pt x="4328459" y="1488270"/>
                  </a:lnTo>
                  <a:lnTo>
                    <a:pt x="4312793" y="1445135"/>
                  </a:lnTo>
                  <a:lnTo>
                    <a:pt x="4296269" y="1402419"/>
                  </a:lnTo>
                  <a:lnTo>
                    <a:pt x="4278897" y="1360134"/>
                  </a:lnTo>
                  <a:lnTo>
                    <a:pt x="4260689" y="1318288"/>
                  </a:lnTo>
                  <a:lnTo>
                    <a:pt x="4241653" y="1276894"/>
                  </a:lnTo>
                  <a:lnTo>
                    <a:pt x="4221801" y="1235960"/>
                  </a:lnTo>
                  <a:lnTo>
                    <a:pt x="4201143" y="1195498"/>
                  </a:lnTo>
                  <a:lnTo>
                    <a:pt x="4179689" y="1155519"/>
                  </a:lnTo>
                  <a:lnTo>
                    <a:pt x="4157451" y="1116032"/>
                  </a:lnTo>
                  <a:lnTo>
                    <a:pt x="4134438" y="1077047"/>
                  </a:lnTo>
                  <a:lnTo>
                    <a:pt x="4110661" y="1038577"/>
                  </a:lnTo>
                  <a:lnTo>
                    <a:pt x="4086130" y="1000630"/>
                  </a:lnTo>
                  <a:lnTo>
                    <a:pt x="4060856" y="963217"/>
                  </a:lnTo>
                  <a:lnTo>
                    <a:pt x="4034849" y="926349"/>
                  </a:lnTo>
                  <a:lnTo>
                    <a:pt x="4008120" y="890037"/>
                  </a:lnTo>
                  <a:lnTo>
                    <a:pt x="3980679" y="854290"/>
                  </a:lnTo>
                  <a:lnTo>
                    <a:pt x="3952536" y="819119"/>
                  </a:lnTo>
                  <a:lnTo>
                    <a:pt x="3923702" y="784534"/>
                  </a:lnTo>
                  <a:lnTo>
                    <a:pt x="3894188" y="750547"/>
                  </a:lnTo>
                  <a:lnTo>
                    <a:pt x="3864003" y="717167"/>
                  </a:lnTo>
                  <a:lnTo>
                    <a:pt x="3833159" y="684405"/>
                  </a:lnTo>
                  <a:lnTo>
                    <a:pt x="3801665" y="652272"/>
                  </a:lnTo>
                  <a:lnTo>
                    <a:pt x="3769533" y="620777"/>
                  </a:lnTo>
                  <a:lnTo>
                    <a:pt x="3736772" y="589931"/>
                  </a:lnTo>
                  <a:lnTo>
                    <a:pt x="3703393" y="559745"/>
                  </a:lnTo>
                  <a:lnTo>
                    <a:pt x="3669407" y="530229"/>
                  </a:lnTo>
                  <a:lnTo>
                    <a:pt x="3634823" y="501394"/>
                  </a:lnTo>
                  <a:lnTo>
                    <a:pt x="3599653" y="473250"/>
                  </a:lnTo>
                  <a:lnTo>
                    <a:pt x="3563907" y="445807"/>
                  </a:lnTo>
                  <a:lnTo>
                    <a:pt x="3527595" y="419076"/>
                  </a:lnTo>
                  <a:lnTo>
                    <a:pt x="3490728" y="393067"/>
                  </a:lnTo>
                  <a:lnTo>
                    <a:pt x="3453315" y="367792"/>
                  </a:lnTo>
                  <a:lnTo>
                    <a:pt x="3415369" y="343259"/>
                  </a:lnTo>
                  <a:lnTo>
                    <a:pt x="3376898" y="319480"/>
                  </a:lnTo>
                  <a:lnTo>
                    <a:pt x="3337914" y="296466"/>
                  </a:lnTo>
                  <a:lnTo>
                    <a:pt x="3298427" y="274226"/>
                  </a:lnTo>
                  <a:lnTo>
                    <a:pt x="3258447" y="252770"/>
                  </a:lnTo>
                  <a:lnTo>
                    <a:pt x="3217984" y="232111"/>
                  </a:lnTo>
                  <a:lnTo>
                    <a:pt x="3177050" y="212257"/>
                  </a:lnTo>
                  <a:lnTo>
                    <a:pt x="3135655" y="193220"/>
                  </a:lnTo>
                  <a:lnTo>
                    <a:pt x="3093809" y="175009"/>
                  </a:lnTo>
                  <a:lnTo>
                    <a:pt x="3051522" y="157636"/>
                  </a:lnTo>
                  <a:lnTo>
                    <a:pt x="3008805" y="141111"/>
                  </a:lnTo>
                  <a:lnTo>
                    <a:pt x="2965669" y="125443"/>
                  </a:lnTo>
                  <a:lnTo>
                    <a:pt x="2922124" y="110645"/>
                  </a:lnTo>
                  <a:lnTo>
                    <a:pt x="2878179" y="96725"/>
                  </a:lnTo>
                  <a:lnTo>
                    <a:pt x="2833847" y="83695"/>
                  </a:lnTo>
                  <a:lnTo>
                    <a:pt x="2789137" y="71565"/>
                  </a:lnTo>
                  <a:lnTo>
                    <a:pt x="2744059" y="60345"/>
                  </a:lnTo>
                  <a:lnTo>
                    <a:pt x="2698625" y="50046"/>
                  </a:lnTo>
                  <a:lnTo>
                    <a:pt x="2652843" y="40678"/>
                  </a:lnTo>
                  <a:lnTo>
                    <a:pt x="2606726" y="32252"/>
                  </a:lnTo>
                  <a:lnTo>
                    <a:pt x="2560284" y="24778"/>
                  </a:lnTo>
                  <a:lnTo>
                    <a:pt x="2513526" y="18267"/>
                  </a:lnTo>
                  <a:lnTo>
                    <a:pt x="2466463" y="12729"/>
                  </a:lnTo>
                  <a:lnTo>
                    <a:pt x="2419106" y="8174"/>
                  </a:lnTo>
                  <a:lnTo>
                    <a:pt x="2371465" y="4613"/>
                  </a:lnTo>
                  <a:lnTo>
                    <a:pt x="2323551" y="2057"/>
                  </a:lnTo>
                  <a:lnTo>
                    <a:pt x="2275374" y="516"/>
                  </a:lnTo>
                  <a:lnTo>
                    <a:pt x="2226944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410" y="-1"/>
              <a:ext cx="7064248" cy="10287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67654" y="3098545"/>
              <a:ext cx="4090035" cy="4090035"/>
            </a:xfrm>
            <a:custGeom>
              <a:avLst/>
              <a:gdLst/>
              <a:ahLst/>
              <a:cxnLst/>
              <a:rect l="l" t="t" r="r" b="b"/>
              <a:pathLst>
                <a:path w="4090034" h="4090034">
                  <a:moveTo>
                    <a:pt x="2044953" y="0"/>
                  </a:moveTo>
                  <a:lnTo>
                    <a:pt x="1996683" y="558"/>
                  </a:lnTo>
                  <a:lnTo>
                    <a:pt x="1948687" y="2225"/>
                  </a:lnTo>
                  <a:lnTo>
                    <a:pt x="1900977" y="4989"/>
                  </a:lnTo>
                  <a:lnTo>
                    <a:pt x="1853566" y="8837"/>
                  </a:lnTo>
                  <a:lnTo>
                    <a:pt x="1806466" y="13757"/>
                  </a:lnTo>
                  <a:lnTo>
                    <a:pt x="1759689" y="19737"/>
                  </a:lnTo>
                  <a:lnTo>
                    <a:pt x="1713248" y="26764"/>
                  </a:lnTo>
                  <a:lnTo>
                    <a:pt x="1667154" y="34826"/>
                  </a:lnTo>
                  <a:lnTo>
                    <a:pt x="1621421" y="43912"/>
                  </a:lnTo>
                  <a:lnTo>
                    <a:pt x="1576060" y="54007"/>
                  </a:lnTo>
                  <a:lnTo>
                    <a:pt x="1531083" y="65102"/>
                  </a:lnTo>
                  <a:lnTo>
                    <a:pt x="1486504" y="77182"/>
                  </a:lnTo>
                  <a:lnTo>
                    <a:pt x="1442333" y="90236"/>
                  </a:lnTo>
                  <a:lnTo>
                    <a:pt x="1398584" y="104251"/>
                  </a:lnTo>
                  <a:lnTo>
                    <a:pt x="1355269" y="119216"/>
                  </a:lnTo>
                  <a:lnTo>
                    <a:pt x="1312400" y="135118"/>
                  </a:lnTo>
                  <a:lnTo>
                    <a:pt x="1269989" y="151944"/>
                  </a:lnTo>
                  <a:lnTo>
                    <a:pt x="1228049" y="169683"/>
                  </a:lnTo>
                  <a:lnTo>
                    <a:pt x="1186591" y="188322"/>
                  </a:lnTo>
                  <a:lnTo>
                    <a:pt x="1145628" y="207849"/>
                  </a:lnTo>
                  <a:lnTo>
                    <a:pt x="1105173" y="228251"/>
                  </a:lnTo>
                  <a:lnTo>
                    <a:pt x="1065238" y="249517"/>
                  </a:lnTo>
                  <a:lnTo>
                    <a:pt x="1025834" y="271633"/>
                  </a:lnTo>
                  <a:lnTo>
                    <a:pt x="986975" y="294589"/>
                  </a:lnTo>
                  <a:lnTo>
                    <a:pt x="948672" y="318371"/>
                  </a:lnTo>
                  <a:lnTo>
                    <a:pt x="910937" y="342967"/>
                  </a:lnTo>
                  <a:lnTo>
                    <a:pt x="873784" y="368365"/>
                  </a:lnTo>
                  <a:lnTo>
                    <a:pt x="837224" y="394553"/>
                  </a:lnTo>
                  <a:lnTo>
                    <a:pt x="801270" y="421518"/>
                  </a:lnTo>
                  <a:lnTo>
                    <a:pt x="765933" y="449248"/>
                  </a:lnTo>
                  <a:lnTo>
                    <a:pt x="731227" y="477732"/>
                  </a:lnTo>
                  <a:lnTo>
                    <a:pt x="697163" y="506955"/>
                  </a:lnTo>
                  <a:lnTo>
                    <a:pt x="663753" y="536907"/>
                  </a:lnTo>
                  <a:lnTo>
                    <a:pt x="631011" y="567576"/>
                  </a:lnTo>
                  <a:lnTo>
                    <a:pt x="598947" y="598947"/>
                  </a:lnTo>
                  <a:lnTo>
                    <a:pt x="567576" y="631011"/>
                  </a:lnTo>
                  <a:lnTo>
                    <a:pt x="536907" y="663753"/>
                  </a:lnTo>
                  <a:lnTo>
                    <a:pt x="506955" y="697163"/>
                  </a:lnTo>
                  <a:lnTo>
                    <a:pt x="477732" y="731227"/>
                  </a:lnTo>
                  <a:lnTo>
                    <a:pt x="449248" y="765933"/>
                  </a:lnTo>
                  <a:lnTo>
                    <a:pt x="421518" y="801270"/>
                  </a:lnTo>
                  <a:lnTo>
                    <a:pt x="394553" y="837224"/>
                  </a:lnTo>
                  <a:lnTo>
                    <a:pt x="368365" y="873784"/>
                  </a:lnTo>
                  <a:lnTo>
                    <a:pt x="342967" y="910937"/>
                  </a:lnTo>
                  <a:lnTo>
                    <a:pt x="318371" y="948672"/>
                  </a:lnTo>
                  <a:lnTo>
                    <a:pt x="294589" y="986975"/>
                  </a:lnTo>
                  <a:lnTo>
                    <a:pt x="271633" y="1025834"/>
                  </a:lnTo>
                  <a:lnTo>
                    <a:pt x="249517" y="1065238"/>
                  </a:lnTo>
                  <a:lnTo>
                    <a:pt x="228251" y="1105173"/>
                  </a:lnTo>
                  <a:lnTo>
                    <a:pt x="207849" y="1145628"/>
                  </a:lnTo>
                  <a:lnTo>
                    <a:pt x="188322" y="1186591"/>
                  </a:lnTo>
                  <a:lnTo>
                    <a:pt x="169683" y="1228049"/>
                  </a:lnTo>
                  <a:lnTo>
                    <a:pt x="151944" y="1269989"/>
                  </a:lnTo>
                  <a:lnTo>
                    <a:pt x="135118" y="1312400"/>
                  </a:lnTo>
                  <a:lnTo>
                    <a:pt x="119216" y="1355269"/>
                  </a:lnTo>
                  <a:lnTo>
                    <a:pt x="104251" y="1398584"/>
                  </a:lnTo>
                  <a:lnTo>
                    <a:pt x="90236" y="1442333"/>
                  </a:lnTo>
                  <a:lnTo>
                    <a:pt x="77182" y="1486504"/>
                  </a:lnTo>
                  <a:lnTo>
                    <a:pt x="65102" y="1531083"/>
                  </a:lnTo>
                  <a:lnTo>
                    <a:pt x="54007" y="1576060"/>
                  </a:lnTo>
                  <a:lnTo>
                    <a:pt x="43912" y="1621421"/>
                  </a:lnTo>
                  <a:lnTo>
                    <a:pt x="34826" y="1667154"/>
                  </a:lnTo>
                  <a:lnTo>
                    <a:pt x="26764" y="1713248"/>
                  </a:lnTo>
                  <a:lnTo>
                    <a:pt x="19737" y="1759689"/>
                  </a:lnTo>
                  <a:lnTo>
                    <a:pt x="13757" y="1806466"/>
                  </a:lnTo>
                  <a:lnTo>
                    <a:pt x="8837" y="1853566"/>
                  </a:lnTo>
                  <a:lnTo>
                    <a:pt x="4989" y="1900977"/>
                  </a:lnTo>
                  <a:lnTo>
                    <a:pt x="2225" y="1948687"/>
                  </a:lnTo>
                  <a:lnTo>
                    <a:pt x="558" y="1996683"/>
                  </a:lnTo>
                  <a:lnTo>
                    <a:pt x="0" y="2044953"/>
                  </a:lnTo>
                  <a:lnTo>
                    <a:pt x="558" y="2093224"/>
                  </a:lnTo>
                  <a:lnTo>
                    <a:pt x="2225" y="2141220"/>
                  </a:lnTo>
                  <a:lnTo>
                    <a:pt x="4989" y="2188930"/>
                  </a:lnTo>
                  <a:lnTo>
                    <a:pt x="8837" y="2236341"/>
                  </a:lnTo>
                  <a:lnTo>
                    <a:pt x="13757" y="2283441"/>
                  </a:lnTo>
                  <a:lnTo>
                    <a:pt x="19737" y="2330218"/>
                  </a:lnTo>
                  <a:lnTo>
                    <a:pt x="26764" y="2376659"/>
                  </a:lnTo>
                  <a:lnTo>
                    <a:pt x="34826" y="2422753"/>
                  </a:lnTo>
                  <a:lnTo>
                    <a:pt x="43912" y="2468486"/>
                  </a:lnTo>
                  <a:lnTo>
                    <a:pt x="54007" y="2513847"/>
                  </a:lnTo>
                  <a:lnTo>
                    <a:pt x="65102" y="2558824"/>
                  </a:lnTo>
                  <a:lnTo>
                    <a:pt x="77182" y="2603403"/>
                  </a:lnTo>
                  <a:lnTo>
                    <a:pt x="90236" y="2647574"/>
                  </a:lnTo>
                  <a:lnTo>
                    <a:pt x="104251" y="2691323"/>
                  </a:lnTo>
                  <a:lnTo>
                    <a:pt x="119216" y="2734638"/>
                  </a:lnTo>
                  <a:lnTo>
                    <a:pt x="135118" y="2777507"/>
                  </a:lnTo>
                  <a:lnTo>
                    <a:pt x="151944" y="2819918"/>
                  </a:lnTo>
                  <a:lnTo>
                    <a:pt x="169683" y="2861858"/>
                  </a:lnTo>
                  <a:lnTo>
                    <a:pt x="188322" y="2903316"/>
                  </a:lnTo>
                  <a:lnTo>
                    <a:pt x="207849" y="2944279"/>
                  </a:lnTo>
                  <a:lnTo>
                    <a:pt x="228251" y="2984734"/>
                  </a:lnTo>
                  <a:lnTo>
                    <a:pt x="249517" y="3024669"/>
                  </a:lnTo>
                  <a:lnTo>
                    <a:pt x="271633" y="3064073"/>
                  </a:lnTo>
                  <a:lnTo>
                    <a:pt x="294589" y="3102932"/>
                  </a:lnTo>
                  <a:lnTo>
                    <a:pt x="318371" y="3141235"/>
                  </a:lnTo>
                  <a:lnTo>
                    <a:pt x="342967" y="3178970"/>
                  </a:lnTo>
                  <a:lnTo>
                    <a:pt x="368365" y="3216123"/>
                  </a:lnTo>
                  <a:lnTo>
                    <a:pt x="394553" y="3252683"/>
                  </a:lnTo>
                  <a:lnTo>
                    <a:pt x="421518" y="3288637"/>
                  </a:lnTo>
                  <a:lnTo>
                    <a:pt x="449248" y="3323974"/>
                  </a:lnTo>
                  <a:lnTo>
                    <a:pt x="477732" y="3358680"/>
                  </a:lnTo>
                  <a:lnTo>
                    <a:pt x="506955" y="3392744"/>
                  </a:lnTo>
                  <a:lnTo>
                    <a:pt x="536907" y="3426154"/>
                  </a:lnTo>
                  <a:lnTo>
                    <a:pt x="567576" y="3458896"/>
                  </a:lnTo>
                  <a:lnTo>
                    <a:pt x="598947" y="3490960"/>
                  </a:lnTo>
                  <a:lnTo>
                    <a:pt x="631011" y="3522331"/>
                  </a:lnTo>
                  <a:lnTo>
                    <a:pt x="663753" y="3553000"/>
                  </a:lnTo>
                  <a:lnTo>
                    <a:pt x="697163" y="3582952"/>
                  </a:lnTo>
                  <a:lnTo>
                    <a:pt x="731227" y="3612175"/>
                  </a:lnTo>
                  <a:lnTo>
                    <a:pt x="765933" y="3640659"/>
                  </a:lnTo>
                  <a:lnTo>
                    <a:pt x="801270" y="3668389"/>
                  </a:lnTo>
                  <a:lnTo>
                    <a:pt x="837224" y="3695354"/>
                  </a:lnTo>
                  <a:lnTo>
                    <a:pt x="873784" y="3721542"/>
                  </a:lnTo>
                  <a:lnTo>
                    <a:pt x="910937" y="3746940"/>
                  </a:lnTo>
                  <a:lnTo>
                    <a:pt x="948672" y="3771536"/>
                  </a:lnTo>
                  <a:lnTo>
                    <a:pt x="986975" y="3795318"/>
                  </a:lnTo>
                  <a:lnTo>
                    <a:pt x="1025834" y="3818274"/>
                  </a:lnTo>
                  <a:lnTo>
                    <a:pt x="1065238" y="3840390"/>
                  </a:lnTo>
                  <a:lnTo>
                    <a:pt x="1105173" y="3861656"/>
                  </a:lnTo>
                  <a:lnTo>
                    <a:pt x="1145628" y="3882058"/>
                  </a:lnTo>
                  <a:lnTo>
                    <a:pt x="1186591" y="3901585"/>
                  </a:lnTo>
                  <a:lnTo>
                    <a:pt x="1228049" y="3920224"/>
                  </a:lnTo>
                  <a:lnTo>
                    <a:pt x="1269989" y="3937963"/>
                  </a:lnTo>
                  <a:lnTo>
                    <a:pt x="1312400" y="3954789"/>
                  </a:lnTo>
                  <a:lnTo>
                    <a:pt x="1355269" y="3970691"/>
                  </a:lnTo>
                  <a:lnTo>
                    <a:pt x="1398584" y="3985656"/>
                  </a:lnTo>
                  <a:lnTo>
                    <a:pt x="1442333" y="3999671"/>
                  </a:lnTo>
                  <a:lnTo>
                    <a:pt x="1486504" y="4012725"/>
                  </a:lnTo>
                  <a:lnTo>
                    <a:pt x="1531083" y="4024805"/>
                  </a:lnTo>
                  <a:lnTo>
                    <a:pt x="1576060" y="4035900"/>
                  </a:lnTo>
                  <a:lnTo>
                    <a:pt x="1621421" y="4045995"/>
                  </a:lnTo>
                  <a:lnTo>
                    <a:pt x="1667154" y="4055081"/>
                  </a:lnTo>
                  <a:lnTo>
                    <a:pt x="1713248" y="4063143"/>
                  </a:lnTo>
                  <a:lnTo>
                    <a:pt x="1759689" y="4070170"/>
                  </a:lnTo>
                  <a:lnTo>
                    <a:pt x="1806466" y="4076150"/>
                  </a:lnTo>
                  <a:lnTo>
                    <a:pt x="1853566" y="4081070"/>
                  </a:lnTo>
                  <a:lnTo>
                    <a:pt x="1900977" y="4084918"/>
                  </a:lnTo>
                  <a:lnTo>
                    <a:pt x="1948687" y="4087682"/>
                  </a:lnTo>
                  <a:lnTo>
                    <a:pt x="1996683" y="4089349"/>
                  </a:lnTo>
                  <a:lnTo>
                    <a:pt x="2044953" y="4089907"/>
                  </a:lnTo>
                  <a:lnTo>
                    <a:pt x="2093224" y="4089349"/>
                  </a:lnTo>
                  <a:lnTo>
                    <a:pt x="2141220" y="4087682"/>
                  </a:lnTo>
                  <a:lnTo>
                    <a:pt x="2188930" y="4084918"/>
                  </a:lnTo>
                  <a:lnTo>
                    <a:pt x="2236341" y="4081070"/>
                  </a:lnTo>
                  <a:lnTo>
                    <a:pt x="2283441" y="4076150"/>
                  </a:lnTo>
                  <a:lnTo>
                    <a:pt x="2330218" y="4070170"/>
                  </a:lnTo>
                  <a:lnTo>
                    <a:pt x="2376659" y="4063143"/>
                  </a:lnTo>
                  <a:lnTo>
                    <a:pt x="2422753" y="4055081"/>
                  </a:lnTo>
                  <a:lnTo>
                    <a:pt x="2468486" y="4045995"/>
                  </a:lnTo>
                  <a:lnTo>
                    <a:pt x="2513847" y="4035900"/>
                  </a:lnTo>
                  <a:lnTo>
                    <a:pt x="2558824" y="4024805"/>
                  </a:lnTo>
                  <a:lnTo>
                    <a:pt x="2603403" y="4012725"/>
                  </a:lnTo>
                  <a:lnTo>
                    <a:pt x="2647574" y="3999671"/>
                  </a:lnTo>
                  <a:lnTo>
                    <a:pt x="2691323" y="3985656"/>
                  </a:lnTo>
                  <a:lnTo>
                    <a:pt x="2734638" y="3970691"/>
                  </a:lnTo>
                  <a:lnTo>
                    <a:pt x="2777507" y="3954789"/>
                  </a:lnTo>
                  <a:lnTo>
                    <a:pt x="2819918" y="3937963"/>
                  </a:lnTo>
                  <a:lnTo>
                    <a:pt x="2861858" y="3920224"/>
                  </a:lnTo>
                  <a:lnTo>
                    <a:pt x="2903316" y="3901585"/>
                  </a:lnTo>
                  <a:lnTo>
                    <a:pt x="2944279" y="3882058"/>
                  </a:lnTo>
                  <a:lnTo>
                    <a:pt x="2984734" y="3861656"/>
                  </a:lnTo>
                  <a:lnTo>
                    <a:pt x="3024669" y="3840390"/>
                  </a:lnTo>
                  <a:lnTo>
                    <a:pt x="3064073" y="3818274"/>
                  </a:lnTo>
                  <a:lnTo>
                    <a:pt x="3102932" y="3795318"/>
                  </a:lnTo>
                  <a:lnTo>
                    <a:pt x="3141235" y="3771536"/>
                  </a:lnTo>
                  <a:lnTo>
                    <a:pt x="3178970" y="3746940"/>
                  </a:lnTo>
                  <a:lnTo>
                    <a:pt x="3216123" y="3721542"/>
                  </a:lnTo>
                  <a:lnTo>
                    <a:pt x="3252683" y="3695354"/>
                  </a:lnTo>
                  <a:lnTo>
                    <a:pt x="3288637" y="3668389"/>
                  </a:lnTo>
                  <a:lnTo>
                    <a:pt x="3323974" y="3640659"/>
                  </a:lnTo>
                  <a:lnTo>
                    <a:pt x="3358680" y="3612175"/>
                  </a:lnTo>
                  <a:lnTo>
                    <a:pt x="3392744" y="3582952"/>
                  </a:lnTo>
                  <a:lnTo>
                    <a:pt x="3426154" y="3553000"/>
                  </a:lnTo>
                  <a:lnTo>
                    <a:pt x="3458896" y="3522331"/>
                  </a:lnTo>
                  <a:lnTo>
                    <a:pt x="3490960" y="3490960"/>
                  </a:lnTo>
                  <a:lnTo>
                    <a:pt x="3522331" y="3458896"/>
                  </a:lnTo>
                  <a:lnTo>
                    <a:pt x="3553000" y="3426154"/>
                  </a:lnTo>
                  <a:lnTo>
                    <a:pt x="3582952" y="3392744"/>
                  </a:lnTo>
                  <a:lnTo>
                    <a:pt x="3612175" y="3358680"/>
                  </a:lnTo>
                  <a:lnTo>
                    <a:pt x="3640659" y="3323974"/>
                  </a:lnTo>
                  <a:lnTo>
                    <a:pt x="3668389" y="3288637"/>
                  </a:lnTo>
                  <a:lnTo>
                    <a:pt x="3695354" y="3252683"/>
                  </a:lnTo>
                  <a:lnTo>
                    <a:pt x="3721542" y="3216123"/>
                  </a:lnTo>
                  <a:lnTo>
                    <a:pt x="3746940" y="3178970"/>
                  </a:lnTo>
                  <a:lnTo>
                    <a:pt x="3771536" y="3141235"/>
                  </a:lnTo>
                  <a:lnTo>
                    <a:pt x="3795318" y="3102932"/>
                  </a:lnTo>
                  <a:lnTo>
                    <a:pt x="3818274" y="3064073"/>
                  </a:lnTo>
                  <a:lnTo>
                    <a:pt x="3840390" y="3024669"/>
                  </a:lnTo>
                  <a:lnTo>
                    <a:pt x="3861656" y="2984734"/>
                  </a:lnTo>
                  <a:lnTo>
                    <a:pt x="3882058" y="2944279"/>
                  </a:lnTo>
                  <a:lnTo>
                    <a:pt x="3901585" y="2903316"/>
                  </a:lnTo>
                  <a:lnTo>
                    <a:pt x="3920224" y="2861858"/>
                  </a:lnTo>
                  <a:lnTo>
                    <a:pt x="3937963" y="2819918"/>
                  </a:lnTo>
                  <a:lnTo>
                    <a:pt x="3954789" y="2777507"/>
                  </a:lnTo>
                  <a:lnTo>
                    <a:pt x="3970691" y="2734638"/>
                  </a:lnTo>
                  <a:lnTo>
                    <a:pt x="3985656" y="2691323"/>
                  </a:lnTo>
                  <a:lnTo>
                    <a:pt x="3999671" y="2647574"/>
                  </a:lnTo>
                  <a:lnTo>
                    <a:pt x="4012725" y="2603403"/>
                  </a:lnTo>
                  <a:lnTo>
                    <a:pt x="4024805" y="2558824"/>
                  </a:lnTo>
                  <a:lnTo>
                    <a:pt x="4035900" y="2513847"/>
                  </a:lnTo>
                  <a:lnTo>
                    <a:pt x="4045995" y="2468486"/>
                  </a:lnTo>
                  <a:lnTo>
                    <a:pt x="4055081" y="2422753"/>
                  </a:lnTo>
                  <a:lnTo>
                    <a:pt x="4063143" y="2376659"/>
                  </a:lnTo>
                  <a:lnTo>
                    <a:pt x="4070170" y="2330218"/>
                  </a:lnTo>
                  <a:lnTo>
                    <a:pt x="4076150" y="2283441"/>
                  </a:lnTo>
                  <a:lnTo>
                    <a:pt x="4081070" y="2236341"/>
                  </a:lnTo>
                  <a:lnTo>
                    <a:pt x="4084918" y="2188930"/>
                  </a:lnTo>
                  <a:lnTo>
                    <a:pt x="4087682" y="2141220"/>
                  </a:lnTo>
                  <a:lnTo>
                    <a:pt x="4089349" y="2093224"/>
                  </a:lnTo>
                  <a:lnTo>
                    <a:pt x="4089907" y="2044953"/>
                  </a:lnTo>
                  <a:lnTo>
                    <a:pt x="4089349" y="1996683"/>
                  </a:lnTo>
                  <a:lnTo>
                    <a:pt x="4087682" y="1948687"/>
                  </a:lnTo>
                  <a:lnTo>
                    <a:pt x="4084918" y="1900977"/>
                  </a:lnTo>
                  <a:lnTo>
                    <a:pt x="4081070" y="1853566"/>
                  </a:lnTo>
                  <a:lnTo>
                    <a:pt x="4076150" y="1806466"/>
                  </a:lnTo>
                  <a:lnTo>
                    <a:pt x="4070170" y="1759689"/>
                  </a:lnTo>
                  <a:lnTo>
                    <a:pt x="4063143" y="1713248"/>
                  </a:lnTo>
                  <a:lnTo>
                    <a:pt x="4055081" y="1667154"/>
                  </a:lnTo>
                  <a:lnTo>
                    <a:pt x="4045995" y="1621421"/>
                  </a:lnTo>
                  <a:lnTo>
                    <a:pt x="4035900" y="1576060"/>
                  </a:lnTo>
                  <a:lnTo>
                    <a:pt x="4024805" y="1531083"/>
                  </a:lnTo>
                  <a:lnTo>
                    <a:pt x="4012725" y="1486504"/>
                  </a:lnTo>
                  <a:lnTo>
                    <a:pt x="3999671" y="1442333"/>
                  </a:lnTo>
                  <a:lnTo>
                    <a:pt x="3985656" y="1398584"/>
                  </a:lnTo>
                  <a:lnTo>
                    <a:pt x="3970691" y="1355269"/>
                  </a:lnTo>
                  <a:lnTo>
                    <a:pt x="3954789" y="1312400"/>
                  </a:lnTo>
                  <a:lnTo>
                    <a:pt x="3937963" y="1269989"/>
                  </a:lnTo>
                  <a:lnTo>
                    <a:pt x="3920224" y="1228049"/>
                  </a:lnTo>
                  <a:lnTo>
                    <a:pt x="3901585" y="1186591"/>
                  </a:lnTo>
                  <a:lnTo>
                    <a:pt x="3882058" y="1145628"/>
                  </a:lnTo>
                  <a:lnTo>
                    <a:pt x="3861656" y="1105173"/>
                  </a:lnTo>
                  <a:lnTo>
                    <a:pt x="3840390" y="1065238"/>
                  </a:lnTo>
                  <a:lnTo>
                    <a:pt x="3818274" y="1025834"/>
                  </a:lnTo>
                  <a:lnTo>
                    <a:pt x="3795318" y="986975"/>
                  </a:lnTo>
                  <a:lnTo>
                    <a:pt x="3771536" y="948672"/>
                  </a:lnTo>
                  <a:lnTo>
                    <a:pt x="3746940" y="910937"/>
                  </a:lnTo>
                  <a:lnTo>
                    <a:pt x="3721542" y="873784"/>
                  </a:lnTo>
                  <a:lnTo>
                    <a:pt x="3695354" y="837224"/>
                  </a:lnTo>
                  <a:lnTo>
                    <a:pt x="3668389" y="801270"/>
                  </a:lnTo>
                  <a:lnTo>
                    <a:pt x="3640659" y="765933"/>
                  </a:lnTo>
                  <a:lnTo>
                    <a:pt x="3612175" y="731227"/>
                  </a:lnTo>
                  <a:lnTo>
                    <a:pt x="3582952" y="697163"/>
                  </a:lnTo>
                  <a:lnTo>
                    <a:pt x="3553000" y="663753"/>
                  </a:lnTo>
                  <a:lnTo>
                    <a:pt x="3522331" y="631011"/>
                  </a:lnTo>
                  <a:lnTo>
                    <a:pt x="3490960" y="598947"/>
                  </a:lnTo>
                  <a:lnTo>
                    <a:pt x="3458896" y="567576"/>
                  </a:lnTo>
                  <a:lnTo>
                    <a:pt x="3426154" y="536907"/>
                  </a:lnTo>
                  <a:lnTo>
                    <a:pt x="3392744" y="506955"/>
                  </a:lnTo>
                  <a:lnTo>
                    <a:pt x="3358680" y="477732"/>
                  </a:lnTo>
                  <a:lnTo>
                    <a:pt x="3323974" y="449248"/>
                  </a:lnTo>
                  <a:lnTo>
                    <a:pt x="3288637" y="421518"/>
                  </a:lnTo>
                  <a:lnTo>
                    <a:pt x="3252683" y="394553"/>
                  </a:lnTo>
                  <a:lnTo>
                    <a:pt x="3216123" y="368365"/>
                  </a:lnTo>
                  <a:lnTo>
                    <a:pt x="3178970" y="342967"/>
                  </a:lnTo>
                  <a:lnTo>
                    <a:pt x="3141235" y="318371"/>
                  </a:lnTo>
                  <a:lnTo>
                    <a:pt x="3102932" y="294589"/>
                  </a:lnTo>
                  <a:lnTo>
                    <a:pt x="3064073" y="271633"/>
                  </a:lnTo>
                  <a:lnTo>
                    <a:pt x="3024669" y="249517"/>
                  </a:lnTo>
                  <a:lnTo>
                    <a:pt x="2984734" y="228251"/>
                  </a:lnTo>
                  <a:lnTo>
                    <a:pt x="2944279" y="207849"/>
                  </a:lnTo>
                  <a:lnTo>
                    <a:pt x="2903316" y="188322"/>
                  </a:lnTo>
                  <a:lnTo>
                    <a:pt x="2861858" y="169683"/>
                  </a:lnTo>
                  <a:lnTo>
                    <a:pt x="2819918" y="151944"/>
                  </a:lnTo>
                  <a:lnTo>
                    <a:pt x="2777507" y="135118"/>
                  </a:lnTo>
                  <a:lnTo>
                    <a:pt x="2734638" y="119216"/>
                  </a:lnTo>
                  <a:lnTo>
                    <a:pt x="2691323" y="104251"/>
                  </a:lnTo>
                  <a:lnTo>
                    <a:pt x="2647574" y="90236"/>
                  </a:lnTo>
                  <a:lnTo>
                    <a:pt x="2603403" y="77182"/>
                  </a:lnTo>
                  <a:lnTo>
                    <a:pt x="2558824" y="65102"/>
                  </a:lnTo>
                  <a:lnTo>
                    <a:pt x="2513847" y="54007"/>
                  </a:lnTo>
                  <a:lnTo>
                    <a:pt x="2468486" y="43912"/>
                  </a:lnTo>
                  <a:lnTo>
                    <a:pt x="2422753" y="34826"/>
                  </a:lnTo>
                  <a:lnTo>
                    <a:pt x="2376659" y="26764"/>
                  </a:lnTo>
                  <a:lnTo>
                    <a:pt x="2330218" y="19737"/>
                  </a:lnTo>
                  <a:lnTo>
                    <a:pt x="2283441" y="13757"/>
                  </a:lnTo>
                  <a:lnTo>
                    <a:pt x="2236341" y="8837"/>
                  </a:lnTo>
                  <a:lnTo>
                    <a:pt x="2188930" y="4989"/>
                  </a:lnTo>
                  <a:lnTo>
                    <a:pt x="2141220" y="2225"/>
                  </a:lnTo>
                  <a:lnTo>
                    <a:pt x="2093224" y="558"/>
                  </a:lnTo>
                  <a:lnTo>
                    <a:pt x="204495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35622" y="4161790"/>
            <a:ext cx="2553335" cy="1812925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 marR="5080" indent="473709">
              <a:lnSpc>
                <a:spcPts val="6400"/>
              </a:lnSpc>
              <a:spcBef>
                <a:spcPts val="1375"/>
              </a:spcBef>
            </a:pPr>
            <a:r>
              <a:rPr sz="6400" spc="540" dirty="0">
                <a:solidFill>
                  <a:srgbClr val="221F1F"/>
                </a:solidFill>
                <a:latin typeface="Arial MT"/>
                <a:cs typeface="Arial MT"/>
              </a:rPr>
              <a:t>Our </a:t>
            </a:r>
            <a:r>
              <a:rPr sz="6400" spc="675" dirty="0">
                <a:solidFill>
                  <a:srgbClr val="221F1F"/>
                </a:solidFill>
                <a:latin typeface="Arial MT"/>
                <a:cs typeface="Arial MT"/>
              </a:rPr>
              <a:t>Value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3330173" y="1568576"/>
            <a:ext cx="3943350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400" spc="775" dirty="0">
                <a:solidFill>
                  <a:srgbClr val="221F1F"/>
                </a:solidFill>
              </a:rPr>
              <a:t>Mission</a:t>
            </a:r>
            <a:endParaRPr sz="7400"/>
          </a:p>
        </p:txBody>
      </p:sp>
      <p:sp>
        <p:nvSpPr>
          <p:cNvPr id="11" name="object 11"/>
          <p:cNvSpPr/>
          <p:nvPr/>
        </p:nvSpPr>
        <p:spPr>
          <a:xfrm>
            <a:off x="14947264" y="2997961"/>
            <a:ext cx="2312035" cy="0"/>
          </a:xfrm>
          <a:custGeom>
            <a:avLst/>
            <a:gdLst/>
            <a:ahLst/>
            <a:cxnLst/>
            <a:rect l="l" t="t" r="r" b="b"/>
            <a:pathLst>
              <a:path w="2312034">
                <a:moveTo>
                  <a:pt x="2312034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060551" y="5336489"/>
            <a:ext cx="3213735" cy="1154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400" spc="795" dirty="0">
                <a:solidFill>
                  <a:srgbClr val="221F1F"/>
                </a:solidFill>
                <a:latin typeface="Arial MT"/>
                <a:cs typeface="Arial MT"/>
              </a:rPr>
              <a:t>Vision</a:t>
            </a:r>
            <a:endParaRPr sz="7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947264" y="6717918"/>
            <a:ext cx="2312035" cy="0"/>
          </a:xfrm>
          <a:custGeom>
            <a:avLst/>
            <a:gdLst/>
            <a:ahLst/>
            <a:cxnLst/>
            <a:rect l="l" t="t" r="r" b="b"/>
            <a:pathLst>
              <a:path w="2312034">
                <a:moveTo>
                  <a:pt x="2312034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4189221"/>
            <a:ext cx="848994" cy="1908810"/>
          </a:xfrm>
          <a:custGeom>
            <a:avLst/>
            <a:gdLst/>
            <a:ahLst/>
            <a:cxnLst/>
            <a:rect l="l" t="t" r="r" b="b"/>
            <a:pathLst>
              <a:path w="848994" h="1908810">
                <a:moveTo>
                  <a:pt x="848410" y="0"/>
                </a:moveTo>
                <a:lnTo>
                  <a:pt x="0" y="0"/>
                </a:lnTo>
                <a:lnTo>
                  <a:pt x="0" y="1908555"/>
                </a:lnTo>
                <a:lnTo>
                  <a:pt x="848410" y="1908555"/>
                </a:lnTo>
                <a:lnTo>
                  <a:pt x="848410" y="0"/>
                </a:lnTo>
                <a:close/>
              </a:path>
            </a:pathLst>
          </a:custGeom>
          <a:solidFill>
            <a:srgbClr val="176B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989007-BB24-5CFD-6320-9D3D672DED98}"/>
              </a:ext>
            </a:extLst>
          </p:cNvPr>
          <p:cNvSpPr txBox="1"/>
          <p:nvPr/>
        </p:nvSpPr>
        <p:spPr>
          <a:xfrm>
            <a:off x="11658600" y="6991515"/>
            <a:ext cx="57964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At Shine Spec, our mission is to deliver exceptional residential and commercial cleaning services that exceed client expectations. 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A090E4-3EDA-F394-319B-5DBA576EA42A}"/>
              </a:ext>
            </a:extLst>
          </p:cNvPr>
          <p:cNvSpPr txBox="1"/>
          <p:nvPr/>
        </p:nvSpPr>
        <p:spPr>
          <a:xfrm>
            <a:off x="11811000" y="3238500"/>
            <a:ext cx="57964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To be the most trusted and sought‑after cleaning partner in South Africa, known for transforming every space into a spotless, healthy, and uplifting environment.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5245" y="9206179"/>
            <a:ext cx="2610865" cy="3398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83154" y="724788"/>
            <a:ext cx="1844040" cy="2788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308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905" dirty="0"/>
              <a:t>Milestones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8128190" y="3727132"/>
            <a:ext cx="6207760" cy="2032000"/>
            <a:chOff x="8128190" y="3727132"/>
            <a:chExt cx="6207760" cy="2032000"/>
          </a:xfrm>
        </p:grpSpPr>
        <p:sp>
          <p:nvSpPr>
            <p:cNvPr id="19" name="object 19"/>
            <p:cNvSpPr/>
            <p:nvPr/>
          </p:nvSpPr>
          <p:spPr>
            <a:xfrm>
              <a:off x="10135997" y="4724019"/>
              <a:ext cx="4180840" cy="0"/>
            </a:xfrm>
            <a:custGeom>
              <a:avLst/>
              <a:gdLst/>
              <a:ahLst/>
              <a:cxnLst/>
              <a:rect l="l" t="t" r="r" b="b"/>
              <a:pathLst>
                <a:path w="4180840">
                  <a:moveTo>
                    <a:pt x="0" y="0"/>
                  </a:moveTo>
                  <a:lnTo>
                    <a:pt x="4180458" y="0"/>
                  </a:lnTo>
                </a:path>
              </a:pathLst>
            </a:custGeom>
            <a:ln w="38100">
              <a:solidFill>
                <a:srgbClr val="176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81619" y="3980688"/>
              <a:ext cx="1525270" cy="1525270"/>
            </a:xfrm>
            <a:custGeom>
              <a:avLst/>
              <a:gdLst/>
              <a:ahLst/>
              <a:cxnLst/>
              <a:rect l="l" t="t" r="r" b="b"/>
              <a:pathLst>
                <a:path w="1525270" h="1525270">
                  <a:moveTo>
                    <a:pt x="762380" y="0"/>
                  </a:moveTo>
                  <a:lnTo>
                    <a:pt x="714171" y="1500"/>
                  </a:lnTo>
                  <a:lnTo>
                    <a:pt x="666758" y="5940"/>
                  </a:lnTo>
                  <a:lnTo>
                    <a:pt x="620231" y="13232"/>
                  </a:lnTo>
                  <a:lnTo>
                    <a:pt x="574678" y="23286"/>
                  </a:lnTo>
                  <a:lnTo>
                    <a:pt x="530189" y="36013"/>
                  </a:lnTo>
                  <a:lnTo>
                    <a:pt x="486854" y="51322"/>
                  </a:lnTo>
                  <a:lnTo>
                    <a:pt x="444762" y="69126"/>
                  </a:lnTo>
                  <a:lnTo>
                    <a:pt x="404002" y="89334"/>
                  </a:lnTo>
                  <a:lnTo>
                    <a:pt x="364664" y="111857"/>
                  </a:lnTo>
                  <a:lnTo>
                    <a:pt x="326836" y="136605"/>
                  </a:lnTo>
                  <a:lnTo>
                    <a:pt x="290609" y="163491"/>
                  </a:lnTo>
                  <a:lnTo>
                    <a:pt x="256072" y="192423"/>
                  </a:lnTo>
                  <a:lnTo>
                    <a:pt x="223313" y="223313"/>
                  </a:lnTo>
                  <a:lnTo>
                    <a:pt x="192423" y="256072"/>
                  </a:lnTo>
                  <a:lnTo>
                    <a:pt x="163491" y="290609"/>
                  </a:lnTo>
                  <a:lnTo>
                    <a:pt x="136605" y="326836"/>
                  </a:lnTo>
                  <a:lnTo>
                    <a:pt x="111857" y="364664"/>
                  </a:lnTo>
                  <a:lnTo>
                    <a:pt x="89334" y="404002"/>
                  </a:lnTo>
                  <a:lnTo>
                    <a:pt x="69126" y="444762"/>
                  </a:lnTo>
                  <a:lnTo>
                    <a:pt x="51322" y="486854"/>
                  </a:lnTo>
                  <a:lnTo>
                    <a:pt x="36013" y="530189"/>
                  </a:lnTo>
                  <a:lnTo>
                    <a:pt x="23286" y="574678"/>
                  </a:lnTo>
                  <a:lnTo>
                    <a:pt x="13232" y="620231"/>
                  </a:lnTo>
                  <a:lnTo>
                    <a:pt x="5940" y="666758"/>
                  </a:lnTo>
                  <a:lnTo>
                    <a:pt x="1500" y="714171"/>
                  </a:lnTo>
                  <a:lnTo>
                    <a:pt x="0" y="762381"/>
                  </a:lnTo>
                  <a:lnTo>
                    <a:pt x="1500" y="810590"/>
                  </a:lnTo>
                  <a:lnTo>
                    <a:pt x="5940" y="858003"/>
                  </a:lnTo>
                  <a:lnTo>
                    <a:pt x="13232" y="904530"/>
                  </a:lnTo>
                  <a:lnTo>
                    <a:pt x="23286" y="950083"/>
                  </a:lnTo>
                  <a:lnTo>
                    <a:pt x="36013" y="994572"/>
                  </a:lnTo>
                  <a:lnTo>
                    <a:pt x="51322" y="1037907"/>
                  </a:lnTo>
                  <a:lnTo>
                    <a:pt x="69126" y="1079999"/>
                  </a:lnTo>
                  <a:lnTo>
                    <a:pt x="89334" y="1120759"/>
                  </a:lnTo>
                  <a:lnTo>
                    <a:pt x="111857" y="1160097"/>
                  </a:lnTo>
                  <a:lnTo>
                    <a:pt x="136605" y="1197925"/>
                  </a:lnTo>
                  <a:lnTo>
                    <a:pt x="163491" y="1234152"/>
                  </a:lnTo>
                  <a:lnTo>
                    <a:pt x="192423" y="1268689"/>
                  </a:lnTo>
                  <a:lnTo>
                    <a:pt x="223313" y="1301448"/>
                  </a:lnTo>
                  <a:lnTo>
                    <a:pt x="256072" y="1332338"/>
                  </a:lnTo>
                  <a:lnTo>
                    <a:pt x="290609" y="1361270"/>
                  </a:lnTo>
                  <a:lnTo>
                    <a:pt x="326836" y="1388156"/>
                  </a:lnTo>
                  <a:lnTo>
                    <a:pt x="364664" y="1412904"/>
                  </a:lnTo>
                  <a:lnTo>
                    <a:pt x="404002" y="1435427"/>
                  </a:lnTo>
                  <a:lnTo>
                    <a:pt x="444762" y="1455635"/>
                  </a:lnTo>
                  <a:lnTo>
                    <a:pt x="486854" y="1473439"/>
                  </a:lnTo>
                  <a:lnTo>
                    <a:pt x="530189" y="1488748"/>
                  </a:lnTo>
                  <a:lnTo>
                    <a:pt x="574678" y="1501475"/>
                  </a:lnTo>
                  <a:lnTo>
                    <a:pt x="620231" y="1511529"/>
                  </a:lnTo>
                  <a:lnTo>
                    <a:pt x="666758" y="1518821"/>
                  </a:lnTo>
                  <a:lnTo>
                    <a:pt x="714171" y="1523261"/>
                  </a:lnTo>
                  <a:lnTo>
                    <a:pt x="762380" y="1524762"/>
                  </a:lnTo>
                  <a:lnTo>
                    <a:pt x="810590" y="1523261"/>
                  </a:lnTo>
                  <a:lnTo>
                    <a:pt x="858003" y="1518821"/>
                  </a:lnTo>
                  <a:lnTo>
                    <a:pt x="904530" y="1511529"/>
                  </a:lnTo>
                  <a:lnTo>
                    <a:pt x="950083" y="1501475"/>
                  </a:lnTo>
                  <a:lnTo>
                    <a:pt x="994572" y="1488748"/>
                  </a:lnTo>
                  <a:lnTo>
                    <a:pt x="1037907" y="1473439"/>
                  </a:lnTo>
                  <a:lnTo>
                    <a:pt x="1079999" y="1455635"/>
                  </a:lnTo>
                  <a:lnTo>
                    <a:pt x="1120759" y="1435427"/>
                  </a:lnTo>
                  <a:lnTo>
                    <a:pt x="1160097" y="1412904"/>
                  </a:lnTo>
                  <a:lnTo>
                    <a:pt x="1197925" y="1388156"/>
                  </a:lnTo>
                  <a:lnTo>
                    <a:pt x="1234152" y="1361270"/>
                  </a:lnTo>
                  <a:lnTo>
                    <a:pt x="1268689" y="1332338"/>
                  </a:lnTo>
                  <a:lnTo>
                    <a:pt x="1301448" y="1301448"/>
                  </a:lnTo>
                  <a:lnTo>
                    <a:pt x="1332338" y="1268689"/>
                  </a:lnTo>
                  <a:lnTo>
                    <a:pt x="1361270" y="1234152"/>
                  </a:lnTo>
                  <a:lnTo>
                    <a:pt x="1388156" y="1197925"/>
                  </a:lnTo>
                  <a:lnTo>
                    <a:pt x="1412904" y="1160097"/>
                  </a:lnTo>
                  <a:lnTo>
                    <a:pt x="1435427" y="1120759"/>
                  </a:lnTo>
                  <a:lnTo>
                    <a:pt x="1455635" y="1079999"/>
                  </a:lnTo>
                  <a:lnTo>
                    <a:pt x="1473439" y="1037907"/>
                  </a:lnTo>
                  <a:lnTo>
                    <a:pt x="1488748" y="994572"/>
                  </a:lnTo>
                  <a:lnTo>
                    <a:pt x="1501475" y="950083"/>
                  </a:lnTo>
                  <a:lnTo>
                    <a:pt x="1511529" y="904530"/>
                  </a:lnTo>
                  <a:lnTo>
                    <a:pt x="1518821" y="858003"/>
                  </a:lnTo>
                  <a:lnTo>
                    <a:pt x="1523261" y="810590"/>
                  </a:lnTo>
                  <a:lnTo>
                    <a:pt x="1524761" y="762381"/>
                  </a:lnTo>
                  <a:lnTo>
                    <a:pt x="1523261" y="714171"/>
                  </a:lnTo>
                  <a:lnTo>
                    <a:pt x="1518821" y="666758"/>
                  </a:lnTo>
                  <a:lnTo>
                    <a:pt x="1511529" y="620231"/>
                  </a:lnTo>
                  <a:lnTo>
                    <a:pt x="1501475" y="574678"/>
                  </a:lnTo>
                  <a:lnTo>
                    <a:pt x="1488748" y="530189"/>
                  </a:lnTo>
                  <a:lnTo>
                    <a:pt x="1473439" y="486854"/>
                  </a:lnTo>
                  <a:lnTo>
                    <a:pt x="1455635" y="444762"/>
                  </a:lnTo>
                  <a:lnTo>
                    <a:pt x="1435427" y="404002"/>
                  </a:lnTo>
                  <a:lnTo>
                    <a:pt x="1412904" y="364664"/>
                  </a:lnTo>
                  <a:lnTo>
                    <a:pt x="1388156" y="326836"/>
                  </a:lnTo>
                  <a:lnTo>
                    <a:pt x="1361270" y="290609"/>
                  </a:lnTo>
                  <a:lnTo>
                    <a:pt x="1332338" y="256072"/>
                  </a:lnTo>
                  <a:lnTo>
                    <a:pt x="1301448" y="223313"/>
                  </a:lnTo>
                  <a:lnTo>
                    <a:pt x="1268689" y="192423"/>
                  </a:lnTo>
                  <a:lnTo>
                    <a:pt x="1234152" y="163491"/>
                  </a:lnTo>
                  <a:lnTo>
                    <a:pt x="1197925" y="136605"/>
                  </a:lnTo>
                  <a:lnTo>
                    <a:pt x="1160097" y="111857"/>
                  </a:lnTo>
                  <a:lnTo>
                    <a:pt x="1120759" y="89334"/>
                  </a:lnTo>
                  <a:lnTo>
                    <a:pt x="1079999" y="69126"/>
                  </a:lnTo>
                  <a:lnTo>
                    <a:pt x="1037907" y="51322"/>
                  </a:lnTo>
                  <a:lnTo>
                    <a:pt x="994572" y="36013"/>
                  </a:lnTo>
                  <a:lnTo>
                    <a:pt x="950083" y="23286"/>
                  </a:lnTo>
                  <a:lnTo>
                    <a:pt x="904530" y="13232"/>
                  </a:lnTo>
                  <a:lnTo>
                    <a:pt x="858003" y="5940"/>
                  </a:lnTo>
                  <a:lnTo>
                    <a:pt x="810590" y="1500"/>
                  </a:lnTo>
                  <a:lnTo>
                    <a:pt x="762380" y="0"/>
                  </a:lnTo>
                  <a:close/>
                </a:path>
              </a:pathLst>
            </a:custGeom>
            <a:ln w="19050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88909" y="3887978"/>
              <a:ext cx="1710689" cy="1710689"/>
            </a:xfrm>
            <a:custGeom>
              <a:avLst/>
              <a:gdLst/>
              <a:ahLst/>
              <a:cxnLst/>
              <a:rect l="l" t="t" r="r" b="b"/>
              <a:pathLst>
                <a:path w="1710690" h="1710689">
                  <a:moveTo>
                    <a:pt x="855091" y="0"/>
                  </a:moveTo>
                  <a:lnTo>
                    <a:pt x="806574" y="1353"/>
                  </a:lnTo>
                  <a:lnTo>
                    <a:pt x="758767" y="5365"/>
                  </a:lnTo>
                  <a:lnTo>
                    <a:pt x="711741" y="11964"/>
                  </a:lnTo>
                  <a:lnTo>
                    <a:pt x="665569" y="21077"/>
                  </a:lnTo>
                  <a:lnTo>
                    <a:pt x="620323" y="32633"/>
                  </a:lnTo>
                  <a:lnTo>
                    <a:pt x="576075" y="46558"/>
                  </a:lnTo>
                  <a:lnTo>
                    <a:pt x="532898" y="62782"/>
                  </a:lnTo>
                  <a:lnTo>
                    <a:pt x="490863" y="81232"/>
                  </a:lnTo>
                  <a:lnTo>
                    <a:pt x="450043" y="101835"/>
                  </a:lnTo>
                  <a:lnTo>
                    <a:pt x="410510" y="124520"/>
                  </a:lnTo>
                  <a:lnTo>
                    <a:pt x="372336" y="149214"/>
                  </a:lnTo>
                  <a:lnTo>
                    <a:pt x="335594" y="175846"/>
                  </a:lnTo>
                  <a:lnTo>
                    <a:pt x="300355" y="204343"/>
                  </a:lnTo>
                  <a:lnTo>
                    <a:pt x="266693" y="234633"/>
                  </a:lnTo>
                  <a:lnTo>
                    <a:pt x="234679" y="266644"/>
                  </a:lnTo>
                  <a:lnTo>
                    <a:pt x="204385" y="300303"/>
                  </a:lnTo>
                  <a:lnTo>
                    <a:pt x="175884" y="335539"/>
                  </a:lnTo>
                  <a:lnTo>
                    <a:pt x="149248" y="372280"/>
                  </a:lnTo>
                  <a:lnTo>
                    <a:pt x="124549" y="410453"/>
                  </a:lnTo>
                  <a:lnTo>
                    <a:pt x="101860" y="449986"/>
                  </a:lnTo>
                  <a:lnTo>
                    <a:pt x="81253" y="490808"/>
                  </a:lnTo>
                  <a:lnTo>
                    <a:pt x="62799" y="532845"/>
                  </a:lnTo>
                  <a:lnTo>
                    <a:pt x="46571" y="576026"/>
                  </a:lnTo>
                  <a:lnTo>
                    <a:pt x="32642" y="620278"/>
                  </a:lnTo>
                  <a:lnTo>
                    <a:pt x="21083" y="665530"/>
                  </a:lnTo>
                  <a:lnTo>
                    <a:pt x="11967" y="711710"/>
                  </a:lnTo>
                  <a:lnTo>
                    <a:pt x="5367" y="758744"/>
                  </a:lnTo>
                  <a:lnTo>
                    <a:pt x="1353" y="806562"/>
                  </a:lnTo>
                  <a:lnTo>
                    <a:pt x="0" y="855091"/>
                  </a:lnTo>
                  <a:lnTo>
                    <a:pt x="1353" y="903607"/>
                  </a:lnTo>
                  <a:lnTo>
                    <a:pt x="5367" y="951414"/>
                  </a:lnTo>
                  <a:lnTo>
                    <a:pt x="11967" y="998440"/>
                  </a:lnTo>
                  <a:lnTo>
                    <a:pt x="21083" y="1044612"/>
                  </a:lnTo>
                  <a:lnTo>
                    <a:pt x="32642" y="1089858"/>
                  </a:lnTo>
                  <a:lnTo>
                    <a:pt x="46571" y="1134106"/>
                  </a:lnTo>
                  <a:lnTo>
                    <a:pt x="62799" y="1177283"/>
                  </a:lnTo>
                  <a:lnTo>
                    <a:pt x="81253" y="1219318"/>
                  </a:lnTo>
                  <a:lnTo>
                    <a:pt x="101860" y="1260138"/>
                  </a:lnTo>
                  <a:lnTo>
                    <a:pt x="124549" y="1299671"/>
                  </a:lnTo>
                  <a:lnTo>
                    <a:pt x="149248" y="1337845"/>
                  </a:lnTo>
                  <a:lnTo>
                    <a:pt x="175884" y="1374587"/>
                  </a:lnTo>
                  <a:lnTo>
                    <a:pt x="204385" y="1409826"/>
                  </a:lnTo>
                  <a:lnTo>
                    <a:pt x="234679" y="1443488"/>
                  </a:lnTo>
                  <a:lnTo>
                    <a:pt x="266693" y="1475502"/>
                  </a:lnTo>
                  <a:lnTo>
                    <a:pt x="300355" y="1505796"/>
                  </a:lnTo>
                  <a:lnTo>
                    <a:pt x="335594" y="1534297"/>
                  </a:lnTo>
                  <a:lnTo>
                    <a:pt x="372336" y="1560933"/>
                  </a:lnTo>
                  <a:lnTo>
                    <a:pt x="410510" y="1585632"/>
                  </a:lnTo>
                  <a:lnTo>
                    <a:pt x="450043" y="1608321"/>
                  </a:lnTo>
                  <a:lnTo>
                    <a:pt x="490863" y="1628928"/>
                  </a:lnTo>
                  <a:lnTo>
                    <a:pt x="532898" y="1647382"/>
                  </a:lnTo>
                  <a:lnTo>
                    <a:pt x="576075" y="1663610"/>
                  </a:lnTo>
                  <a:lnTo>
                    <a:pt x="620323" y="1677539"/>
                  </a:lnTo>
                  <a:lnTo>
                    <a:pt x="665569" y="1689098"/>
                  </a:lnTo>
                  <a:lnTo>
                    <a:pt x="711741" y="1698214"/>
                  </a:lnTo>
                  <a:lnTo>
                    <a:pt x="758767" y="1704814"/>
                  </a:lnTo>
                  <a:lnTo>
                    <a:pt x="806574" y="1708828"/>
                  </a:lnTo>
                  <a:lnTo>
                    <a:pt x="855091" y="1710182"/>
                  </a:lnTo>
                  <a:lnTo>
                    <a:pt x="903607" y="1708828"/>
                  </a:lnTo>
                  <a:lnTo>
                    <a:pt x="951414" y="1704814"/>
                  </a:lnTo>
                  <a:lnTo>
                    <a:pt x="998440" y="1698214"/>
                  </a:lnTo>
                  <a:lnTo>
                    <a:pt x="1044612" y="1689098"/>
                  </a:lnTo>
                  <a:lnTo>
                    <a:pt x="1089858" y="1677539"/>
                  </a:lnTo>
                  <a:lnTo>
                    <a:pt x="1134106" y="1663610"/>
                  </a:lnTo>
                  <a:lnTo>
                    <a:pt x="1177283" y="1647382"/>
                  </a:lnTo>
                  <a:lnTo>
                    <a:pt x="1219318" y="1628928"/>
                  </a:lnTo>
                  <a:lnTo>
                    <a:pt x="1260138" y="1608321"/>
                  </a:lnTo>
                  <a:lnTo>
                    <a:pt x="1299671" y="1585632"/>
                  </a:lnTo>
                  <a:lnTo>
                    <a:pt x="1337845" y="1560933"/>
                  </a:lnTo>
                  <a:lnTo>
                    <a:pt x="1374587" y="1534297"/>
                  </a:lnTo>
                  <a:lnTo>
                    <a:pt x="1409826" y="1505796"/>
                  </a:lnTo>
                  <a:lnTo>
                    <a:pt x="1443488" y="1475502"/>
                  </a:lnTo>
                  <a:lnTo>
                    <a:pt x="1475502" y="1443488"/>
                  </a:lnTo>
                  <a:lnTo>
                    <a:pt x="1505796" y="1409826"/>
                  </a:lnTo>
                  <a:lnTo>
                    <a:pt x="1534297" y="1374587"/>
                  </a:lnTo>
                  <a:lnTo>
                    <a:pt x="1560933" y="1337845"/>
                  </a:lnTo>
                  <a:lnTo>
                    <a:pt x="1585632" y="1299671"/>
                  </a:lnTo>
                  <a:lnTo>
                    <a:pt x="1608321" y="1260138"/>
                  </a:lnTo>
                  <a:lnTo>
                    <a:pt x="1628928" y="1219318"/>
                  </a:lnTo>
                  <a:lnTo>
                    <a:pt x="1647382" y="1177283"/>
                  </a:lnTo>
                  <a:lnTo>
                    <a:pt x="1663610" y="1134106"/>
                  </a:lnTo>
                  <a:lnTo>
                    <a:pt x="1677539" y="1089858"/>
                  </a:lnTo>
                  <a:lnTo>
                    <a:pt x="1689098" y="1044612"/>
                  </a:lnTo>
                  <a:lnTo>
                    <a:pt x="1698214" y="998440"/>
                  </a:lnTo>
                  <a:lnTo>
                    <a:pt x="1704814" y="951414"/>
                  </a:lnTo>
                  <a:lnTo>
                    <a:pt x="1708828" y="903607"/>
                  </a:lnTo>
                  <a:lnTo>
                    <a:pt x="1710182" y="855091"/>
                  </a:lnTo>
                  <a:lnTo>
                    <a:pt x="1708828" y="806562"/>
                  </a:lnTo>
                  <a:lnTo>
                    <a:pt x="1704814" y="758744"/>
                  </a:lnTo>
                  <a:lnTo>
                    <a:pt x="1698214" y="711710"/>
                  </a:lnTo>
                  <a:lnTo>
                    <a:pt x="1689098" y="665530"/>
                  </a:lnTo>
                  <a:lnTo>
                    <a:pt x="1677539" y="620278"/>
                  </a:lnTo>
                  <a:lnTo>
                    <a:pt x="1663610" y="576026"/>
                  </a:lnTo>
                  <a:lnTo>
                    <a:pt x="1647382" y="532845"/>
                  </a:lnTo>
                  <a:lnTo>
                    <a:pt x="1628928" y="490808"/>
                  </a:lnTo>
                  <a:lnTo>
                    <a:pt x="1608321" y="449986"/>
                  </a:lnTo>
                  <a:lnTo>
                    <a:pt x="1585632" y="410453"/>
                  </a:lnTo>
                  <a:lnTo>
                    <a:pt x="1560933" y="372280"/>
                  </a:lnTo>
                  <a:lnTo>
                    <a:pt x="1534297" y="335539"/>
                  </a:lnTo>
                  <a:lnTo>
                    <a:pt x="1505796" y="300303"/>
                  </a:lnTo>
                  <a:lnTo>
                    <a:pt x="1475502" y="266644"/>
                  </a:lnTo>
                  <a:lnTo>
                    <a:pt x="1443488" y="234633"/>
                  </a:lnTo>
                  <a:lnTo>
                    <a:pt x="1409826" y="204343"/>
                  </a:lnTo>
                  <a:lnTo>
                    <a:pt x="1374587" y="175846"/>
                  </a:lnTo>
                  <a:lnTo>
                    <a:pt x="1337845" y="149214"/>
                  </a:lnTo>
                  <a:lnTo>
                    <a:pt x="1299671" y="124520"/>
                  </a:lnTo>
                  <a:lnTo>
                    <a:pt x="1260138" y="101835"/>
                  </a:lnTo>
                  <a:lnTo>
                    <a:pt x="1219318" y="81232"/>
                  </a:lnTo>
                  <a:lnTo>
                    <a:pt x="1177283" y="62782"/>
                  </a:lnTo>
                  <a:lnTo>
                    <a:pt x="1134106" y="46558"/>
                  </a:lnTo>
                  <a:lnTo>
                    <a:pt x="1089858" y="32633"/>
                  </a:lnTo>
                  <a:lnTo>
                    <a:pt x="1044612" y="21077"/>
                  </a:lnTo>
                  <a:lnTo>
                    <a:pt x="998440" y="11964"/>
                  </a:lnTo>
                  <a:lnTo>
                    <a:pt x="951414" y="5365"/>
                  </a:lnTo>
                  <a:lnTo>
                    <a:pt x="903607" y="1353"/>
                  </a:lnTo>
                  <a:lnTo>
                    <a:pt x="855091" y="0"/>
                  </a:lnTo>
                  <a:close/>
                </a:path>
              </a:pathLst>
            </a:custGeom>
            <a:ln w="28575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52003" y="3750945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1997" y="0"/>
                  </a:moveTo>
                  <a:lnTo>
                    <a:pt x="943932" y="1144"/>
                  </a:lnTo>
                  <a:lnTo>
                    <a:pt x="896459" y="4542"/>
                  </a:lnTo>
                  <a:lnTo>
                    <a:pt x="849627" y="10142"/>
                  </a:lnTo>
                  <a:lnTo>
                    <a:pt x="803490" y="17891"/>
                  </a:lnTo>
                  <a:lnTo>
                    <a:pt x="758100" y="27738"/>
                  </a:lnTo>
                  <a:lnTo>
                    <a:pt x="713508" y="39632"/>
                  </a:lnTo>
                  <a:lnTo>
                    <a:pt x="669766" y="53519"/>
                  </a:lnTo>
                  <a:lnTo>
                    <a:pt x="626926" y="69347"/>
                  </a:lnTo>
                  <a:lnTo>
                    <a:pt x="585041" y="87066"/>
                  </a:lnTo>
                  <a:lnTo>
                    <a:pt x="544161" y="106622"/>
                  </a:lnTo>
                  <a:lnTo>
                    <a:pt x="504340" y="127964"/>
                  </a:lnTo>
                  <a:lnTo>
                    <a:pt x="465629" y="151040"/>
                  </a:lnTo>
                  <a:lnTo>
                    <a:pt x="428080" y="175798"/>
                  </a:lnTo>
                  <a:lnTo>
                    <a:pt x="391745" y="202186"/>
                  </a:lnTo>
                  <a:lnTo>
                    <a:pt x="356676" y="230151"/>
                  </a:lnTo>
                  <a:lnTo>
                    <a:pt x="322925" y="259642"/>
                  </a:lnTo>
                  <a:lnTo>
                    <a:pt x="290544" y="290607"/>
                  </a:lnTo>
                  <a:lnTo>
                    <a:pt x="259584" y="322994"/>
                  </a:lnTo>
                  <a:lnTo>
                    <a:pt x="230099" y="356751"/>
                  </a:lnTo>
                  <a:lnTo>
                    <a:pt x="202139" y="391825"/>
                  </a:lnTo>
                  <a:lnTo>
                    <a:pt x="175756" y="428166"/>
                  </a:lnTo>
                  <a:lnTo>
                    <a:pt x="151004" y="465720"/>
                  </a:lnTo>
                  <a:lnTo>
                    <a:pt x="127933" y="504436"/>
                  </a:lnTo>
                  <a:lnTo>
                    <a:pt x="106596" y="544262"/>
                  </a:lnTo>
                  <a:lnTo>
                    <a:pt x="87044" y="585146"/>
                  </a:lnTo>
                  <a:lnTo>
                    <a:pt x="69329" y="627035"/>
                  </a:lnTo>
                  <a:lnTo>
                    <a:pt x="53505" y="669879"/>
                  </a:lnTo>
                  <a:lnTo>
                    <a:pt x="39621" y="713624"/>
                  </a:lnTo>
                  <a:lnTo>
                    <a:pt x="27731" y="758219"/>
                  </a:lnTo>
                  <a:lnTo>
                    <a:pt x="17886" y="803612"/>
                  </a:lnTo>
                  <a:lnTo>
                    <a:pt x="10139" y="849751"/>
                  </a:lnTo>
                  <a:lnTo>
                    <a:pt x="4540" y="896584"/>
                  </a:lnTo>
                  <a:lnTo>
                    <a:pt x="1143" y="944059"/>
                  </a:lnTo>
                  <a:lnTo>
                    <a:pt x="0" y="992124"/>
                  </a:lnTo>
                  <a:lnTo>
                    <a:pt x="1143" y="1040188"/>
                  </a:lnTo>
                  <a:lnTo>
                    <a:pt x="4540" y="1087661"/>
                  </a:lnTo>
                  <a:lnTo>
                    <a:pt x="10139" y="1134493"/>
                  </a:lnTo>
                  <a:lnTo>
                    <a:pt x="17886" y="1180630"/>
                  </a:lnTo>
                  <a:lnTo>
                    <a:pt x="27731" y="1226020"/>
                  </a:lnTo>
                  <a:lnTo>
                    <a:pt x="39621" y="1270612"/>
                  </a:lnTo>
                  <a:lnTo>
                    <a:pt x="53505" y="1314354"/>
                  </a:lnTo>
                  <a:lnTo>
                    <a:pt x="69329" y="1357194"/>
                  </a:lnTo>
                  <a:lnTo>
                    <a:pt x="87044" y="1399079"/>
                  </a:lnTo>
                  <a:lnTo>
                    <a:pt x="106596" y="1439959"/>
                  </a:lnTo>
                  <a:lnTo>
                    <a:pt x="127933" y="1479780"/>
                  </a:lnTo>
                  <a:lnTo>
                    <a:pt x="151004" y="1518491"/>
                  </a:lnTo>
                  <a:lnTo>
                    <a:pt x="175756" y="1556040"/>
                  </a:lnTo>
                  <a:lnTo>
                    <a:pt x="202139" y="1592375"/>
                  </a:lnTo>
                  <a:lnTo>
                    <a:pt x="230099" y="1627444"/>
                  </a:lnTo>
                  <a:lnTo>
                    <a:pt x="259584" y="1661195"/>
                  </a:lnTo>
                  <a:lnTo>
                    <a:pt x="290544" y="1693576"/>
                  </a:lnTo>
                  <a:lnTo>
                    <a:pt x="322925" y="1724536"/>
                  </a:lnTo>
                  <a:lnTo>
                    <a:pt x="356676" y="1754021"/>
                  </a:lnTo>
                  <a:lnTo>
                    <a:pt x="391745" y="1781981"/>
                  </a:lnTo>
                  <a:lnTo>
                    <a:pt x="428080" y="1808364"/>
                  </a:lnTo>
                  <a:lnTo>
                    <a:pt x="465629" y="1833116"/>
                  </a:lnTo>
                  <a:lnTo>
                    <a:pt x="504340" y="1856187"/>
                  </a:lnTo>
                  <a:lnTo>
                    <a:pt x="544161" y="1877524"/>
                  </a:lnTo>
                  <a:lnTo>
                    <a:pt x="585041" y="1897076"/>
                  </a:lnTo>
                  <a:lnTo>
                    <a:pt x="626926" y="1914791"/>
                  </a:lnTo>
                  <a:lnTo>
                    <a:pt x="669766" y="1930615"/>
                  </a:lnTo>
                  <a:lnTo>
                    <a:pt x="713508" y="1944499"/>
                  </a:lnTo>
                  <a:lnTo>
                    <a:pt x="758100" y="1956389"/>
                  </a:lnTo>
                  <a:lnTo>
                    <a:pt x="803490" y="1966234"/>
                  </a:lnTo>
                  <a:lnTo>
                    <a:pt x="849627" y="1973981"/>
                  </a:lnTo>
                  <a:lnTo>
                    <a:pt x="896459" y="1979580"/>
                  </a:lnTo>
                  <a:lnTo>
                    <a:pt x="943932" y="1982977"/>
                  </a:lnTo>
                  <a:lnTo>
                    <a:pt x="991997" y="1984120"/>
                  </a:lnTo>
                  <a:lnTo>
                    <a:pt x="1040061" y="1982977"/>
                  </a:lnTo>
                  <a:lnTo>
                    <a:pt x="1087534" y="1979580"/>
                  </a:lnTo>
                  <a:lnTo>
                    <a:pt x="1134366" y="1973981"/>
                  </a:lnTo>
                  <a:lnTo>
                    <a:pt x="1180503" y="1966234"/>
                  </a:lnTo>
                  <a:lnTo>
                    <a:pt x="1225893" y="1956389"/>
                  </a:lnTo>
                  <a:lnTo>
                    <a:pt x="1270485" y="1944499"/>
                  </a:lnTo>
                  <a:lnTo>
                    <a:pt x="1314227" y="1930615"/>
                  </a:lnTo>
                  <a:lnTo>
                    <a:pt x="1357067" y="1914791"/>
                  </a:lnTo>
                  <a:lnTo>
                    <a:pt x="1398952" y="1897076"/>
                  </a:lnTo>
                  <a:lnTo>
                    <a:pt x="1439832" y="1877524"/>
                  </a:lnTo>
                  <a:lnTo>
                    <a:pt x="1479653" y="1856187"/>
                  </a:lnTo>
                  <a:lnTo>
                    <a:pt x="1518364" y="1833116"/>
                  </a:lnTo>
                  <a:lnTo>
                    <a:pt x="1555913" y="1808364"/>
                  </a:lnTo>
                  <a:lnTo>
                    <a:pt x="1592248" y="1781981"/>
                  </a:lnTo>
                  <a:lnTo>
                    <a:pt x="1627317" y="1754021"/>
                  </a:lnTo>
                  <a:lnTo>
                    <a:pt x="1661068" y="1724536"/>
                  </a:lnTo>
                  <a:lnTo>
                    <a:pt x="1693449" y="1693576"/>
                  </a:lnTo>
                  <a:lnTo>
                    <a:pt x="1724409" y="1661195"/>
                  </a:lnTo>
                  <a:lnTo>
                    <a:pt x="1753894" y="1627444"/>
                  </a:lnTo>
                  <a:lnTo>
                    <a:pt x="1781854" y="1592375"/>
                  </a:lnTo>
                  <a:lnTo>
                    <a:pt x="1808237" y="1556040"/>
                  </a:lnTo>
                  <a:lnTo>
                    <a:pt x="1832989" y="1518491"/>
                  </a:lnTo>
                  <a:lnTo>
                    <a:pt x="1856060" y="1479780"/>
                  </a:lnTo>
                  <a:lnTo>
                    <a:pt x="1877397" y="1439959"/>
                  </a:lnTo>
                  <a:lnTo>
                    <a:pt x="1896949" y="1399079"/>
                  </a:lnTo>
                  <a:lnTo>
                    <a:pt x="1914664" y="1357194"/>
                  </a:lnTo>
                  <a:lnTo>
                    <a:pt x="1930488" y="1314354"/>
                  </a:lnTo>
                  <a:lnTo>
                    <a:pt x="1944372" y="1270612"/>
                  </a:lnTo>
                  <a:lnTo>
                    <a:pt x="1956262" y="1226020"/>
                  </a:lnTo>
                  <a:lnTo>
                    <a:pt x="1966107" y="1180630"/>
                  </a:lnTo>
                  <a:lnTo>
                    <a:pt x="1973854" y="1134493"/>
                  </a:lnTo>
                  <a:lnTo>
                    <a:pt x="1979453" y="1087661"/>
                  </a:lnTo>
                  <a:lnTo>
                    <a:pt x="1982850" y="1040188"/>
                  </a:lnTo>
                  <a:lnTo>
                    <a:pt x="1983994" y="992124"/>
                  </a:lnTo>
                  <a:lnTo>
                    <a:pt x="1982850" y="944059"/>
                  </a:lnTo>
                  <a:lnTo>
                    <a:pt x="1979453" y="896584"/>
                  </a:lnTo>
                  <a:lnTo>
                    <a:pt x="1973854" y="849751"/>
                  </a:lnTo>
                  <a:lnTo>
                    <a:pt x="1966107" y="803612"/>
                  </a:lnTo>
                  <a:lnTo>
                    <a:pt x="1956262" y="758219"/>
                  </a:lnTo>
                  <a:lnTo>
                    <a:pt x="1944372" y="713624"/>
                  </a:lnTo>
                  <a:lnTo>
                    <a:pt x="1930488" y="669879"/>
                  </a:lnTo>
                  <a:lnTo>
                    <a:pt x="1914664" y="627035"/>
                  </a:lnTo>
                  <a:lnTo>
                    <a:pt x="1896949" y="585146"/>
                  </a:lnTo>
                  <a:lnTo>
                    <a:pt x="1877397" y="544262"/>
                  </a:lnTo>
                  <a:lnTo>
                    <a:pt x="1856060" y="504436"/>
                  </a:lnTo>
                  <a:lnTo>
                    <a:pt x="1832989" y="465720"/>
                  </a:lnTo>
                  <a:lnTo>
                    <a:pt x="1808237" y="428166"/>
                  </a:lnTo>
                  <a:lnTo>
                    <a:pt x="1781854" y="391825"/>
                  </a:lnTo>
                  <a:lnTo>
                    <a:pt x="1753894" y="356751"/>
                  </a:lnTo>
                  <a:lnTo>
                    <a:pt x="1724409" y="322994"/>
                  </a:lnTo>
                  <a:lnTo>
                    <a:pt x="1693449" y="290607"/>
                  </a:lnTo>
                  <a:lnTo>
                    <a:pt x="1661068" y="259642"/>
                  </a:lnTo>
                  <a:lnTo>
                    <a:pt x="1627317" y="230151"/>
                  </a:lnTo>
                  <a:lnTo>
                    <a:pt x="1592248" y="202186"/>
                  </a:lnTo>
                  <a:lnTo>
                    <a:pt x="1555913" y="175798"/>
                  </a:lnTo>
                  <a:lnTo>
                    <a:pt x="1518364" y="151040"/>
                  </a:lnTo>
                  <a:lnTo>
                    <a:pt x="1479653" y="127964"/>
                  </a:lnTo>
                  <a:lnTo>
                    <a:pt x="1439832" y="106622"/>
                  </a:lnTo>
                  <a:lnTo>
                    <a:pt x="1398952" y="87066"/>
                  </a:lnTo>
                  <a:lnTo>
                    <a:pt x="1357067" y="69347"/>
                  </a:lnTo>
                  <a:lnTo>
                    <a:pt x="1314227" y="53519"/>
                  </a:lnTo>
                  <a:lnTo>
                    <a:pt x="1270485" y="39632"/>
                  </a:lnTo>
                  <a:lnTo>
                    <a:pt x="1225893" y="27738"/>
                  </a:lnTo>
                  <a:lnTo>
                    <a:pt x="1180503" y="17891"/>
                  </a:lnTo>
                  <a:lnTo>
                    <a:pt x="1134366" y="10142"/>
                  </a:lnTo>
                  <a:lnTo>
                    <a:pt x="1087534" y="4542"/>
                  </a:lnTo>
                  <a:lnTo>
                    <a:pt x="1040061" y="1144"/>
                  </a:lnTo>
                  <a:lnTo>
                    <a:pt x="991997" y="0"/>
                  </a:lnTo>
                  <a:close/>
                </a:path>
              </a:pathLst>
            </a:custGeom>
            <a:ln w="47625">
              <a:solidFill>
                <a:srgbClr val="FFCE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684514" y="4475480"/>
            <a:ext cx="92265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254" dirty="0">
                <a:latin typeface="Arial MT"/>
                <a:cs typeface="Arial MT"/>
              </a:rPr>
              <a:t>2024</a:t>
            </a:r>
            <a:endParaRPr sz="26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35873" y="3727132"/>
            <a:ext cx="2032000" cy="2032000"/>
            <a:chOff x="2035873" y="3727132"/>
            <a:chExt cx="2032000" cy="2032000"/>
          </a:xfrm>
        </p:grpSpPr>
        <p:sp>
          <p:nvSpPr>
            <p:cNvPr id="25" name="object 25"/>
            <p:cNvSpPr/>
            <p:nvPr/>
          </p:nvSpPr>
          <p:spPr>
            <a:xfrm>
              <a:off x="2289301" y="3980688"/>
              <a:ext cx="1525270" cy="1525270"/>
            </a:xfrm>
            <a:custGeom>
              <a:avLst/>
              <a:gdLst/>
              <a:ahLst/>
              <a:cxnLst/>
              <a:rect l="l" t="t" r="r" b="b"/>
              <a:pathLst>
                <a:path w="1525270" h="1525270">
                  <a:moveTo>
                    <a:pt x="762381" y="0"/>
                  </a:moveTo>
                  <a:lnTo>
                    <a:pt x="714171" y="1500"/>
                  </a:lnTo>
                  <a:lnTo>
                    <a:pt x="666758" y="5940"/>
                  </a:lnTo>
                  <a:lnTo>
                    <a:pt x="620231" y="13232"/>
                  </a:lnTo>
                  <a:lnTo>
                    <a:pt x="574678" y="23286"/>
                  </a:lnTo>
                  <a:lnTo>
                    <a:pt x="530189" y="36013"/>
                  </a:lnTo>
                  <a:lnTo>
                    <a:pt x="486854" y="51322"/>
                  </a:lnTo>
                  <a:lnTo>
                    <a:pt x="444762" y="69126"/>
                  </a:lnTo>
                  <a:lnTo>
                    <a:pt x="404002" y="89334"/>
                  </a:lnTo>
                  <a:lnTo>
                    <a:pt x="364664" y="111857"/>
                  </a:lnTo>
                  <a:lnTo>
                    <a:pt x="326836" y="136605"/>
                  </a:lnTo>
                  <a:lnTo>
                    <a:pt x="290609" y="163491"/>
                  </a:lnTo>
                  <a:lnTo>
                    <a:pt x="256072" y="192423"/>
                  </a:lnTo>
                  <a:lnTo>
                    <a:pt x="223313" y="223313"/>
                  </a:lnTo>
                  <a:lnTo>
                    <a:pt x="192423" y="256072"/>
                  </a:lnTo>
                  <a:lnTo>
                    <a:pt x="163491" y="290609"/>
                  </a:lnTo>
                  <a:lnTo>
                    <a:pt x="136605" y="326836"/>
                  </a:lnTo>
                  <a:lnTo>
                    <a:pt x="111857" y="364664"/>
                  </a:lnTo>
                  <a:lnTo>
                    <a:pt x="89334" y="404002"/>
                  </a:lnTo>
                  <a:lnTo>
                    <a:pt x="69126" y="444762"/>
                  </a:lnTo>
                  <a:lnTo>
                    <a:pt x="51322" y="486854"/>
                  </a:lnTo>
                  <a:lnTo>
                    <a:pt x="36013" y="530189"/>
                  </a:lnTo>
                  <a:lnTo>
                    <a:pt x="23286" y="574678"/>
                  </a:lnTo>
                  <a:lnTo>
                    <a:pt x="13232" y="620231"/>
                  </a:lnTo>
                  <a:lnTo>
                    <a:pt x="5940" y="666758"/>
                  </a:lnTo>
                  <a:lnTo>
                    <a:pt x="1500" y="714171"/>
                  </a:lnTo>
                  <a:lnTo>
                    <a:pt x="0" y="762381"/>
                  </a:lnTo>
                  <a:lnTo>
                    <a:pt x="1500" y="810590"/>
                  </a:lnTo>
                  <a:lnTo>
                    <a:pt x="5940" y="858003"/>
                  </a:lnTo>
                  <a:lnTo>
                    <a:pt x="13232" y="904530"/>
                  </a:lnTo>
                  <a:lnTo>
                    <a:pt x="23286" y="950083"/>
                  </a:lnTo>
                  <a:lnTo>
                    <a:pt x="36013" y="994572"/>
                  </a:lnTo>
                  <a:lnTo>
                    <a:pt x="51322" y="1037907"/>
                  </a:lnTo>
                  <a:lnTo>
                    <a:pt x="69126" y="1079999"/>
                  </a:lnTo>
                  <a:lnTo>
                    <a:pt x="89334" y="1120759"/>
                  </a:lnTo>
                  <a:lnTo>
                    <a:pt x="111857" y="1160097"/>
                  </a:lnTo>
                  <a:lnTo>
                    <a:pt x="136605" y="1197925"/>
                  </a:lnTo>
                  <a:lnTo>
                    <a:pt x="163491" y="1234152"/>
                  </a:lnTo>
                  <a:lnTo>
                    <a:pt x="192423" y="1268689"/>
                  </a:lnTo>
                  <a:lnTo>
                    <a:pt x="223313" y="1301448"/>
                  </a:lnTo>
                  <a:lnTo>
                    <a:pt x="256072" y="1332338"/>
                  </a:lnTo>
                  <a:lnTo>
                    <a:pt x="290609" y="1361270"/>
                  </a:lnTo>
                  <a:lnTo>
                    <a:pt x="326836" y="1388156"/>
                  </a:lnTo>
                  <a:lnTo>
                    <a:pt x="364664" y="1412904"/>
                  </a:lnTo>
                  <a:lnTo>
                    <a:pt x="404002" y="1435427"/>
                  </a:lnTo>
                  <a:lnTo>
                    <a:pt x="444762" y="1455635"/>
                  </a:lnTo>
                  <a:lnTo>
                    <a:pt x="486854" y="1473439"/>
                  </a:lnTo>
                  <a:lnTo>
                    <a:pt x="530189" y="1488748"/>
                  </a:lnTo>
                  <a:lnTo>
                    <a:pt x="574678" y="1501475"/>
                  </a:lnTo>
                  <a:lnTo>
                    <a:pt x="620231" y="1511529"/>
                  </a:lnTo>
                  <a:lnTo>
                    <a:pt x="666758" y="1518821"/>
                  </a:lnTo>
                  <a:lnTo>
                    <a:pt x="714171" y="1523261"/>
                  </a:lnTo>
                  <a:lnTo>
                    <a:pt x="762381" y="1524762"/>
                  </a:lnTo>
                  <a:lnTo>
                    <a:pt x="810590" y="1523261"/>
                  </a:lnTo>
                  <a:lnTo>
                    <a:pt x="858003" y="1518821"/>
                  </a:lnTo>
                  <a:lnTo>
                    <a:pt x="904530" y="1511529"/>
                  </a:lnTo>
                  <a:lnTo>
                    <a:pt x="950083" y="1501475"/>
                  </a:lnTo>
                  <a:lnTo>
                    <a:pt x="994572" y="1488748"/>
                  </a:lnTo>
                  <a:lnTo>
                    <a:pt x="1037907" y="1473439"/>
                  </a:lnTo>
                  <a:lnTo>
                    <a:pt x="1079999" y="1455635"/>
                  </a:lnTo>
                  <a:lnTo>
                    <a:pt x="1120759" y="1435427"/>
                  </a:lnTo>
                  <a:lnTo>
                    <a:pt x="1160097" y="1412904"/>
                  </a:lnTo>
                  <a:lnTo>
                    <a:pt x="1197925" y="1388156"/>
                  </a:lnTo>
                  <a:lnTo>
                    <a:pt x="1234152" y="1361270"/>
                  </a:lnTo>
                  <a:lnTo>
                    <a:pt x="1268689" y="1332338"/>
                  </a:lnTo>
                  <a:lnTo>
                    <a:pt x="1301448" y="1301448"/>
                  </a:lnTo>
                  <a:lnTo>
                    <a:pt x="1332338" y="1268689"/>
                  </a:lnTo>
                  <a:lnTo>
                    <a:pt x="1361270" y="1234152"/>
                  </a:lnTo>
                  <a:lnTo>
                    <a:pt x="1388156" y="1197925"/>
                  </a:lnTo>
                  <a:lnTo>
                    <a:pt x="1412904" y="1160097"/>
                  </a:lnTo>
                  <a:lnTo>
                    <a:pt x="1435427" y="1120759"/>
                  </a:lnTo>
                  <a:lnTo>
                    <a:pt x="1455635" y="1079999"/>
                  </a:lnTo>
                  <a:lnTo>
                    <a:pt x="1473439" y="1037907"/>
                  </a:lnTo>
                  <a:lnTo>
                    <a:pt x="1488748" y="994572"/>
                  </a:lnTo>
                  <a:lnTo>
                    <a:pt x="1501475" y="950083"/>
                  </a:lnTo>
                  <a:lnTo>
                    <a:pt x="1511529" y="904530"/>
                  </a:lnTo>
                  <a:lnTo>
                    <a:pt x="1518821" y="858003"/>
                  </a:lnTo>
                  <a:lnTo>
                    <a:pt x="1523261" y="810590"/>
                  </a:lnTo>
                  <a:lnTo>
                    <a:pt x="1524762" y="762381"/>
                  </a:lnTo>
                  <a:lnTo>
                    <a:pt x="1523261" y="714171"/>
                  </a:lnTo>
                  <a:lnTo>
                    <a:pt x="1518821" y="666758"/>
                  </a:lnTo>
                  <a:lnTo>
                    <a:pt x="1511529" y="620231"/>
                  </a:lnTo>
                  <a:lnTo>
                    <a:pt x="1501475" y="574678"/>
                  </a:lnTo>
                  <a:lnTo>
                    <a:pt x="1488748" y="530189"/>
                  </a:lnTo>
                  <a:lnTo>
                    <a:pt x="1473439" y="486854"/>
                  </a:lnTo>
                  <a:lnTo>
                    <a:pt x="1455635" y="444762"/>
                  </a:lnTo>
                  <a:lnTo>
                    <a:pt x="1435427" y="404002"/>
                  </a:lnTo>
                  <a:lnTo>
                    <a:pt x="1412904" y="364664"/>
                  </a:lnTo>
                  <a:lnTo>
                    <a:pt x="1388156" y="326836"/>
                  </a:lnTo>
                  <a:lnTo>
                    <a:pt x="1361270" y="290609"/>
                  </a:lnTo>
                  <a:lnTo>
                    <a:pt x="1332338" y="256072"/>
                  </a:lnTo>
                  <a:lnTo>
                    <a:pt x="1301448" y="223313"/>
                  </a:lnTo>
                  <a:lnTo>
                    <a:pt x="1268689" y="192423"/>
                  </a:lnTo>
                  <a:lnTo>
                    <a:pt x="1234152" y="163491"/>
                  </a:lnTo>
                  <a:lnTo>
                    <a:pt x="1197925" y="136605"/>
                  </a:lnTo>
                  <a:lnTo>
                    <a:pt x="1160097" y="111857"/>
                  </a:lnTo>
                  <a:lnTo>
                    <a:pt x="1120759" y="89334"/>
                  </a:lnTo>
                  <a:lnTo>
                    <a:pt x="1079999" y="69126"/>
                  </a:lnTo>
                  <a:lnTo>
                    <a:pt x="1037907" y="51322"/>
                  </a:lnTo>
                  <a:lnTo>
                    <a:pt x="994572" y="36013"/>
                  </a:lnTo>
                  <a:lnTo>
                    <a:pt x="950083" y="23286"/>
                  </a:lnTo>
                  <a:lnTo>
                    <a:pt x="904530" y="13232"/>
                  </a:lnTo>
                  <a:lnTo>
                    <a:pt x="858003" y="5940"/>
                  </a:lnTo>
                  <a:lnTo>
                    <a:pt x="810590" y="1500"/>
                  </a:lnTo>
                  <a:lnTo>
                    <a:pt x="762381" y="0"/>
                  </a:lnTo>
                  <a:close/>
                </a:path>
              </a:pathLst>
            </a:custGeom>
            <a:ln w="19050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96591" y="3887978"/>
              <a:ext cx="1710689" cy="1710689"/>
            </a:xfrm>
            <a:custGeom>
              <a:avLst/>
              <a:gdLst/>
              <a:ahLst/>
              <a:cxnLst/>
              <a:rect l="l" t="t" r="r" b="b"/>
              <a:pathLst>
                <a:path w="1710689" h="1710689">
                  <a:moveTo>
                    <a:pt x="855090" y="0"/>
                  </a:moveTo>
                  <a:lnTo>
                    <a:pt x="806574" y="1353"/>
                  </a:lnTo>
                  <a:lnTo>
                    <a:pt x="758767" y="5365"/>
                  </a:lnTo>
                  <a:lnTo>
                    <a:pt x="711741" y="11964"/>
                  </a:lnTo>
                  <a:lnTo>
                    <a:pt x="665569" y="21077"/>
                  </a:lnTo>
                  <a:lnTo>
                    <a:pt x="620323" y="32633"/>
                  </a:lnTo>
                  <a:lnTo>
                    <a:pt x="576075" y="46558"/>
                  </a:lnTo>
                  <a:lnTo>
                    <a:pt x="532898" y="62782"/>
                  </a:lnTo>
                  <a:lnTo>
                    <a:pt x="490863" y="81232"/>
                  </a:lnTo>
                  <a:lnTo>
                    <a:pt x="450043" y="101835"/>
                  </a:lnTo>
                  <a:lnTo>
                    <a:pt x="410510" y="124520"/>
                  </a:lnTo>
                  <a:lnTo>
                    <a:pt x="372336" y="149214"/>
                  </a:lnTo>
                  <a:lnTo>
                    <a:pt x="335594" y="175846"/>
                  </a:lnTo>
                  <a:lnTo>
                    <a:pt x="300355" y="204343"/>
                  </a:lnTo>
                  <a:lnTo>
                    <a:pt x="266693" y="234633"/>
                  </a:lnTo>
                  <a:lnTo>
                    <a:pt x="234679" y="266644"/>
                  </a:lnTo>
                  <a:lnTo>
                    <a:pt x="204385" y="300303"/>
                  </a:lnTo>
                  <a:lnTo>
                    <a:pt x="175884" y="335539"/>
                  </a:lnTo>
                  <a:lnTo>
                    <a:pt x="149248" y="372280"/>
                  </a:lnTo>
                  <a:lnTo>
                    <a:pt x="124549" y="410453"/>
                  </a:lnTo>
                  <a:lnTo>
                    <a:pt x="101860" y="449986"/>
                  </a:lnTo>
                  <a:lnTo>
                    <a:pt x="81253" y="490808"/>
                  </a:lnTo>
                  <a:lnTo>
                    <a:pt x="62799" y="532845"/>
                  </a:lnTo>
                  <a:lnTo>
                    <a:pt x="46571" y="576026"/>
                  </a:lnTo>
                  <a:lnTo>
                    <a:pt x="32642" y="620278"/>
                  </a:lnTo>
                  <a:lnTo>
                    <a:pt x="21083" y="665530"/>
                  </a:lnTo>
                  <a:lnTo>
                    <a:pt x="11967" y="711710"/>
                  </a:lnTo>
                  <a:lnTo>
                    <a:pt x="5367" y="758744"/>
                  </a:lnTo>
                  <a:lnTo>
                    <a:pt x="1353" y="806562"/>
                  </a:lnTo>
                  <a:lnTo>
                    <a:pt x="0" y="855091"/>
                  </a:lnTo>
                  <a:lnTo>
                    <a:pt x="1353" y="903607"/>
                  </a:lnTo>
                  <a:lnTo>
                    <a:pt x="5367" y="951414"/>
                  </a:lnTo>
                  <a:lnTo>
                    <a:pt x="11967" y="998440"/>
                  </a:lnTo>
                  <a:lnTo>
                    <a:pt x="21083" y="1044612"/>
                  </a:lnTo>
                  <a:lnTo>
                    <a:pt x="32642" y="1089858"/>
                  </a:lnTo>
                  <a:lnTo>
                    <a:pt x="46571" y="1134106"/>
                  </a:lnTo>
                  <a:lnTo>
                    <a:pt x="62799" y="1177283"/>
                  </a:lnTo>
                  <a:lnTo>
                    <a:pt x="81253" y="1219318"/>
                  </a:lnTo>
                  <a:lnTo>
                    <a:pt x="101860" y="1260138"/>
                  </a:lnTo>
                  <a:lnTo>
                    <a:pt x="124549" y="1299671"/>
                  </a:lnTo>
                  <a:lnTo>
                    <a:pt x="149248" y="1337845"/>
                  </a:lnTo>
                  <a:lnTo>
                    <a:pt x="175884" y="1374587"/>
                  </a:lnTo>
                  <a:lnTo>
                    <a:pt x="204385" y="1409826"/>
                  </a:lnTo>
                  <a:lnTo>
                    <a:pt x="234679" y="1443488"/>
                  </a:lnTo>
                  <a:lnTo>
                    <a:pt x="266693" y="1475502"/>
                  </a:lnTo>
                  <a:lnTo>
                    <a:pt x="300355" y="1505796"/>
                  </a:lnTo>
                  <a:lnTo>
                    <a:pt x="335594" y="1534297"/>
                  </a:lnTo>
                  <a:lnTo>
                    <a:pt x="372336" y="1560933"/>
                  </a:lnTo>
                  <a:lnTo>
                    <a:pt x="410510" y="1585632"/>
                  </a:lnTo>
                  <a:lnTo>
                    <a:pt x="450043" y="1608321"/>
                  </a:lnTo>
                  <a:lnTo>
                    <a:pt x="490863" y="1628928"/>
                  </a:lnTo>
                  <a:lnTo>
                    <a:pt x="532898" y="1647382"/>
                  </a:lnTo>
                  <a:lnTo>
                    <a:pt x="576075" y="1663610"/>
                  </a:lnTo>
                  <a:lnTo>
                    <a:pt x="620323" y="1677539"/>
                  </a:lnTo>
                  <a:lnTo>
                    <a:pt x="665569" y="1689098"/>
                  </a:lnTo>
                  <a:lnTo>
                    <a:pt x="711741" y="1698214"/>
                  </a:lnTo>
                  <a:lnTo>
                    <a:pt x="758767" y="1704814"/>
                  </a:lnTo>
                  <a:lnTo>
                    <a:pt x="806574" y="1708828"/>
                  </a:lnTo>
                  <a:lnTo>
                    <a:pt x="855090" y="1710182"/>
                  </a:lnTo>
                  <a:lnTo>
                    <a:pt x="903619" y="1708828"/>
                  </a:lnTo>
                  <a:lnTo>
                    <a:pt x="951437" y="1704814"/>
                  </a:lnTo>
                  <a:lnTo>
                    <a:pt x="998471" y="1698214"/>
                  </a:lnTo>
                  <a:lnTo>
                    <a:pt x="1044651" y="1689098"/>
                  </a:lnTo>
                  <a:lnTo>
                    <a:pt x="1089903" y="1677539"/>
                  </a:lnTo>
                  <a:lnTo>
                    <a:pt x="1134155" y="1663610"/>
                  </a:lnTo>
                  <a:lnTo>
                    <a:pt x="1177336" y="1647382"/>
                  </a:lnTo>
                  <a:lnTo>
                    <a:pt x="1219373" y="1628928"/>
                  </a:lnTo>
                  <a:lnTo>
                    <a:pt x="1260195" y="1608321"/>
                  </a:lnTo>
                  <a:lnTo>
                    <a:pt x="1299728" y="1585632"/>
                  </a:lnTo>
                  <a:lnTo>
                    <a:pt x="1337901" y="1560933"/>
                  </a:lnTo>
                  <a:lnTo>
                    <a:pt x="1374642" y="1534297"/>
                  </a:lnTo>
                  <a:lnTo>
                    <a:pt x="1409878" y="1505796"/>
                  </a:lnTo>
                  <a:lnTo>
                    <a:pt x="1443537" y="1475502"/>
                  </a:lnTo>
                  <a:lnTo>
                    <a:pt x="1475548" y="1443488"/>
                  </a:lnTo>
                  <a:lnTo>
                    <a:pt x="1505838" y="1409826"/>
                  </a:lnTo>
                  <a:lnTo>
                    <a:pt x="1534335" y="1374587"/>
                  </a:lnTo>
                  <a:lnTo>
                    <a:pt x="1560967" y="1337845"/>
                  </a:lnTo>
                  <a:lnTo>
                    <a:pt x="1585661" y="1299671"/>
                  </a:lnTo>
                  <a:lnTo>
                    <a:pt x="1608346" y="1260138"/>
                  </a:lnTo>
                  <a:lnTo>
                    <a:pt x="1628949" y="1219318"/>
                  </a:lnTo>
                  <a:lnTo>
                    <a:pt x="1647399" y="1177283"/>
                  </a:lnTo>
                  <a:lnTo>
                    <a:pt x="1663623" y="1134106"/>
                  </a:lnTo>
                  <a:lnTo>
                    <a:pt x="1677548" y="1089858"/>
                  </a:lnTo>
                  <a:lnTo>
                    <a:pt x="1689104" y="1044612"/>
                  </a:lnTo>
                  <a:lnTo>
                    <a:pt x="1698217" y="998440"/>
                  </a:lnTo>
                  <a:lnTo>
                    <a:pt x="1704816" y="951414"/>
                  </a:lnTo>
                  <a:lnTo>
                    <a:pt x="1708828" y="903607"/>
                  </a:lnTo>
                  <a:lnTo>
                    <a:pt x="1710182" y="855091"/>
                  </a:lnTo>
                  <a:lnTo>
                    <a:pt x="1708828" y="806562"/>
                  </a:lnTo>
                  <a:lnTo>
                    <a:pt x="1704816" y="758744"/>
                  </a:lnTo>
                  <a:lnTo>
                    <a:pt x="1698217" y="711710"/>
                  </a:lnTo>
                  <a:lnTo>
                    <a:pt x="1689104" y="665530"/>
                  </a:lnTo>
                  <a:lnTo>
                    <a:pt x="1677548" y="620278"/>
                  </a:lnTo>
                  <a:lnTo>
                    <a:pt x="1663623" y="576026"/>
                  </a:lnTo>
                  <a:lnTo>
                    <a:pt x="1647399" y="532845"/>
                  </a:lnTo>
                  <a:lnTo>
                    <a:pt x="1628949" y="490808"/>
                  </a:lnTo>
                  <a:lnTo>
                    <a:pt x="1608346" y="449986"/>
                  </a:lnTo>
                  <a:lnTo>
                    <a:pt x="1585661" y="410453"/>
                  </a:lnTo>
                  <a:lnTo>
                    <a:pt x="1560967" y="372280"/>
                  </a:lnTo>
                  <a:lnTo>
                    <a:pt x="1534335" y="335539"/>
                  </a:lnTo>
                  <a:lnTo>
                    <a:pt x="1505838" y="300303"/>
                  </a:lnTo>
                  <a:lnTo>
                    <a:pt x="1475548" y="266644"/>
                  </a:lnTo>
                  <a:lnTo>
                    <a:pt x="1443537" y="234633"/>
                  </a:lnTo>
                  <a:lnTo>
                    <a:pt x="1409878" y="204343"/>
                  </a:lnTo>
                  <a:lnTo>
                    <a:pt x="1374642" y="175846"/>
                  </a:lnTo>
                  <a:lnTo>
                    <a:pt x="1337901" y="149214"/>
                  </a:lnTo>
                  <a:lnTo>
                    <a:pt x="1299728" y="124520"/>
                  </a:lnTo>
                  <a:lnTo>
                    <a:pt x="1260195" y="101835"/>
                  </a:lnTo>
                  <a:lnTo>
                    <a:pt x="1219373" y="81232"/>
                  </a:lnTo>
                  <a:lnTo>
                    <a:pt x="1177336" y="62782"/>
                  </a:lnTo>
                  <a:lnTo>
                    <a:pt x="1134155" y="46558"/>
                  </a:lnTo>
                  <a:lnTo>
                    <a:pt x="1089903" y="32633"/>
                  </a:lnTo>
                  <a:lnTo>
                    <a:pt x="1044651" y="21077"/>
                  </a:lnTo>
                  <a:lnTo>
                    <a:pt x="998471" y="11964"/>
                  </a:lnTo>
                  <a:lnTo>
                    <a:pt x="951437" y="5365"/>
                  </a:lnTo>
                  <a:lnTo>
                    <a:pt x="903619" y="1353"/>
                  </a:lnTo>
                  <a:lnTo>
                    <a:pt x="855090" y="0"/>
                  </a:lnTo>
                  <a:close/>
                </a:path>
              </a:pathLst>
            </a:custGeom>
            <a:ln w="28575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59685" y="3750945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1996" y="0"/>
                  </a:moveTo>
                  <a:lnTo>
                    <a:pt x="943932" y="1144"/>
                  </a:lnTo>
                  <a:lnTo>
                    <a:pt x="896459" y="4542"/>
                  </a:lnTo>
                  <a:lnTo>
                    <a:pt x="849627" y="10142"/>
                  </a:lnTo>
                  <a:lnTo>
                    <a:pt x="803490" y="17891"/>
                  </a:lnTo>
                  <a:lnTo>
                    <a:pt x="758100" y="27738"/>
                  </a:lnTo>
                  <a:lnTo>
                    <a:pt x="713508" y="39632"/>
                  </a:lnTo>
                  <a:lnTo>
                    <a:pt x="669766" y="53519"/>
                  </a:lnTo>
                  <a:lnTo>
                    <a:pt x="626926" y="69347"/>
                  </a:lnTo>
                  <a:lnTo>
                    <a:pt x="585041" y="87066"/>
                  </a:lnTo>
                  <a:lnTo>
                    <a:pt x="544161" y="106622"/>
                  </a:lnTo>
                  <a:lnTo>
                    <a:pt x="504340" y="127964"/>
                  </a:lnTo>
                  <a:lnTo>
                    <a:pt x="465629" y="151040"/>
                  </a:lnTo>
                  <a:lnTo>
                    <a:pt x="428080" y="175798"/>
                  </a:lnTo>
                  <a:lnTo>
                    <a:pt x="391745" y="202186"/>
                  </a:lnTo>
                  <a:lnTo>
                    <a:pt x="356676" y="230151"/>
                  </a:lnTo>
                  <a:lnTo>
                    <a:pt x="322925" y="259642"/>
                  </a:lnTo>
                  <a:lnTo>
                    <a:pt x="290544" y="290607"/>
                  </a:lnTo>
                  <a:lnTo>
                    <a:pt x="259584" y="322994"/>
                  </a:lnTo>
                  <a:lnTo>
                    <a:pt x="230099" y="356751"/>
                  </a:lnTo>
                  <a:lnTo>
                    <a:pt x="202139" y="391825"/>
                  </a:lnTo>
                  <a:lnTo>
                    <a:pt x="175756" y="428166"/>
                  </a:lnTo>
                  <a:lnTo>
                    <a:pt x="151004" y="465720"/>
                  </a:lnTo>
                  <a:lnTo>
                    <a:pt x="127933" y="504436"/>
                  </a:lnTo>
                  <a:lnTo>
                    <a:pt x="106596" y="544262"/>
                  </a:lnTo>
                  <a:lnTo>
                    <a:pt x="87044" y="585146"/>
                  </a:lnTo>
                  <a:lnTo>
                    <a:pt x="69329" y="627035"/>
                  </a:lnTo>
                  <a:lnTo>
                    <a:pt x="53505" y="669879"/>
                  </a:lnTo>
                  <a:lnTo>
                    <a:pt x="39621" y="713624"/>
                  </a:lnTo>
                  <a:lnTo>
                    <a:pt x="27731" y="758219"/>
                  </a:lnTo>
                  <a:lnTo>
                    <a:pt x="17886" y="803612"/>
                  </a:lnTo>
                  <a:lnTo>
                    <a:pt x="10139" y="849751"/>
                  </a:lnTo>
                  <a:lnTo>
                    <a:pt x="4540" y="896584"/>
                  </a:lnTo>
                  <a:lnTo>
                    <a:pt x="1143" y="944059"/>
                  </a:lnTo>
                  <a:lnTo>
                    <a:pt x="0" y="992124"/>
                  </a:lnTo>
                  <a:lnTo>
                    <a:pt x="1143" y="1040188"/>
                  </a:lnTo>
                  <a:lnTo>
                    <a:pt x="4540" y="1087661"/>
                  </a:lnTo>
                  <a:lnTo>
                    <a:pt x="10139" y="1134493"/>
                  </a:lnTo>
                  <a:lnTo>
                    <a:pt x="17886" y="1180630"/>
                  </a:lnTo>
                  <a:lnTo>
                    <a:pt x="27731" y="1226020"/>
                  </a:lnTo>
                  <a:lnTo>
                    <a:pt x="39621" y="1270612"/>
                  </a:lnTo>
                  <a:lnTo>
                    <a:pt x="53505" y="1314354"/>
                  </a:lnTo>
                  <a:lnTo>
                    <a:pt x="69329" y="1357194"/>
                  </a:lnTo>
                  <a:lnTo>
                    <a:pt x="87044" y="1399079"/>
                  </a:lnTo>
                  <a:lnTo>
                    <a:pt x="106596" y="1439959"/>
                  </a:lnTo>
                  <a:lnTo>
                    <a:pt x="127933" y="1479780"/>
                  </a:lnTo>
                  <a:lnTo>
                    <a:pt x="151004" y="1518491"/>
                  </a:lnTo>
                  <a:lnTo>
                    <a:pt x="175756" y="1556040"/>
                  </a:lnTo>
                  <a:lnTo>
                    <a:pt x="202139" y="1592375"/>
                  </a:lnTo>
                  <a:lnTo>
                    <a:pt x="230099" y="1627444"/>
                  </a:lnTo>
                  <a:lnTo>
                    <a:pt x="259584" y="1661195"/>
                  </a:lnTo>
                  <a:lnTo>
                    <a:pt x="290544" y="1693576"/>
                  </a:lnTo>
                  <a:lnTo>
                    <a:pt x="322925" y="1724536"/>
                  </a:lnTo>
                  <a:lnTo>
                    <a:pt x="356676" y="1754021"/>
                  </a:lnTo>
                  <a:lnTo>
                    <a:pt x="391745" y="1781981"/>
                  </a:lnTo>
                  <a:lnTo>
                    <a:pt x="428080" y="1808364"/>
                  </a:lnTo>
                  <a:lnTo>
                    <a:pt x="465629" y="1833116"/>
                  </a:lnTo>
                  <a:lnTo>
                    <a:pt x="504340" y="1856187"/>
                  </a:lnTo>
                  <a:lnTo>
                    <a:pt x="544161" y="1877524"/>
                  </a:lnTo>
                  <a:lnTo>
                    <a:pt x="585041" y="1897076"/>
                  </a:lnTo>
                  <a:lnTo>
                    <a:pt x="626926" y="1914791"/>
                  </a:lnTo>
                  <a:lnTo>
                    <a:pt x="669766" y="1930615"/>
                  </a:lnTo>
                  <a:lnTo>
                    <a:pt x="713508" y="1944499"/>
                  </a:lnTo>
                  <a:lnTo>
                    <a:pt x="758100" y="1956389"/>
                  </a:lnTo>
                  <a:lnTo>
                    <a:pt x="803490" y="1966234"/>
                  </a:lnTo>
                  <a:lnTo>
                    <a:pt x="849627" y="1973981"/>
                  </a:lnTo>
                  <a:lnTo>
                    <a:pt x="896459" y="1979580"/>
                  </a:lnTo>
                  <a:lnTo>
                    <a:pt x="943932" y="1982977"/>
                  </a:lnTo>
                  <a:lnTo>
                    <a:pt x="991996" y="1984120"/>
                  </a:lnTo>
                  <a:lnTo>
                    <a:pt x="1040061" y="1982977"/>
                  </a:lnTo>
                  <a:lnTo>
                    <a:pt x="1087536" y="1979580"/>
                  </a:lnTo>
                  <a:lnTo>
                    <a:pt x="1134369" y="1973981"/>
                  </a:lnTo>
                  <a:lnTo>
                    <a:pt x="1180508" y="1966234"/>
                  </a:lnTo>
                  <a:lnTo>
                    <a:pt x="1225901" y="1956389"/>
                  </a:lnTo>
                  <a:lnTo>
                    <a:pt x="1270496" y="1944499"/>
                  </a:lnTo>
                  <a:lnTo>
                    <a:pt x="1314241" y="1930615"/>
                  </a:lnTo>
                  <a:lnTo>
                    <a:pt x="1357085" y="1914791"/>
                  </a:lnTo>
                  <a:lnTo>
                    <a:pt x="1398974" y="1897076"/>
                  </a:lnTo>
                  <a:lnTo>
                    <a:pt x="1439858" y="1877524"/>
                  </a:lnTo>
                  <a:lnTo>
                    <a:pt x="1479684" y="1856187"/>
                  </a:lnTo>
                  <a:lnTo>
                    <a:pt x="1518400" y="1833116"/>
                  </a:lnTo>
                  <a:lnTo>
                    <a:pt x="1555954" y="1808364"/>
                  </a:lnTo>
                  <a:lnTo>
                    <a:pt x="1592295" y="1781981"/>
                  </a:lnTo>
                  <a:lnTo>
                    <a:pt x="1627369" y="1754021"/>
                  </a:lnTo>
                  <a:lnTo>
                    <a:pt x="1661126" y="1724536"/>
                  </a:lnTo>
                  <a:lnTo>
                    <a:pt x="1693513" y="1693576"/>
                  </a:lnTo>
                  <a:lnTo>
                    <a:pt x="1724478" y="1661195"/>
                  </a:lnTo>
                  <a:lnTo>
                    <a:pt x="1753969" y="1627444"/>
                  </a:lnTo>
                  <a:lnTo>
                    <a:pt x="1781934" y="1592375"/>
                  </a:lnTo>
                  <a:lnTo>
                    <a:pt x="1808322" y="1556040"/>
                  </a:lnTo>
                  <a:lnTo>
                    <a:pt x="1833080" y="1518491"/>
                  </a:lnTo>
                  <a:lnTo>
                    <a:pt x="1856156" y="1479780"/>
                  </a:lnTo>
                  <a:lnTo>
                    <a:pt x="1877498" y="1439959"/>
                  </a:lnTo>
                  <a:lnTo>
                    <a:pt x="1897054" y="1399079"/>
                  </a:lnTo>
                  <a:lnTo>
                    <a:pt x="1914773" y="1357194"/>
                  </a:lnTo>
                  <a:lnTo>
                    <a:pt x="1930601" y="1314354"/>
                  </a:lnTo>
                  <a:lnTo>
                    <a:pt x="1944488" y="1270612"/>
                  </a:lnTo>
                  <a:lnTo>
                    <a:pt x="1956382" y="1226020"/>
                  </a:lnTo>
                  <a:lnTo>
                    <a:pt x="1966229" y="1180630"/>
                  </a:lnTo>
                  <a:lnTo>
                    <a:pt x="1973978" y="1134493"/>
                  </a:lnTo>
                  <a:lnTo>
                    <a:pt x="1979578" y="1087661"/>
                  </a:lnTo>
                  <a:lnTo>
                    <a:pt x="1982976" y="1040188"/>
                  </a:lnTo>
                  <a:lnTo>
                    <a:pt x="1984121" y="992124"/>
                  </a:lnTo>
                  <a:lnTo>
                    <a:pt x="1982976" y="944059"/>
                  </a:lnTo>
                  <a:lnTo>
                    <a:pt x="1979578" y="896584"/>
                  </a:lnTo>
                  <a:lnTo>
                    <a:pt x="1973978" y="849751"/>
                  </a:lnTo>
                  <a:lnTo>
                    <a:pt x="1966229" y="803612"/>
                  </a:lnTo>
                  <a:lnTo>
                    <a:pt x="1956382" y="758219"/>
                  </a:lnTo>
                  <a:lnTo>
                    <a:pt x="1944488" y="713624"/>
                  </a:lnTo>
                  <a:lnTo>
                    <a:pt x="1930601" y="669879"/>
                  </a:lnTo>
                  <a:lnTo>
                    <a:pt x="1914773" y="627035"/>
                  </a:lnTo>
                  <a:lnTo>
                    <a:pt x="1897054" y="585146"/>
                  </a:lnTo>
                  <a:lnTo>
                    <a:pt x="1877498" y="544262"/>
                  </a:lnTo>
                  <a:lnTo>
                    <a:pt x="1856156" y="504436"/>
                  </a:lnTo>
                  <a:lnTo>
                    <a:pt x="1833080" y="465720"/>
                  </a:lnTo>
                  <a:lnTo>
                    <a:pt x="1808322" y="428166"/>
                  </a:lnTo>
                  <a:lnTo>
                    <a:pt x="1781934" y="391825"/>
                  </a:lnTo>
                  <a:lnTo>
                    <a:pt x="1753969" y="356751"/>
                  </a:lnTo>
                  <a:lnTo>
                    <a:pt x="1724478" y="322994"/>
                  </a:lnTo>
                  <a:lnTo>
                    <a:pt x="1693513" y="290607"/>
                  </a:lnTo>
                  <a:lnTo>
                    <a:pt x="1661126" y="259642"/>
                  </a:lnTo>
                  <a:lnTo>
                    <a:pt x="1627369" y="230151"/>
                  </a:lnTo>
                  <a:lnTo>
                    <a:pt x="1592295" y="202186"/>
                  </a:lnTo>
                  <a:lnTo>
                    <a:pt x="1555954" y="175798"/>
                  </a:lnTo>
                  <a:lnTo>
                    <a:pt x="1518400" y="151040"/>
                  </a:lnTo>
                  <a:lnTo>
                    <a:pt x="1479684" y="127964"/>
                  </a:lnTo>
                  <a:lnTo>
                    <a:pt x="1439858" y="106622"/>
                  </a:lnTo>
                  <a:lnTo>
                    <a:pt x="1398974" y="87066"/>
                  </a:lnTo>
                  <a:lnTo>
                    <a:pt x="1357085" y="69347"/>
                  </a:lnTo>
                  <a:lnTo>
                    <a:pt x="1314241" y="53519"/>
                  </a:lnTo>
                  <a:lnTo>
                    <a:pt x="1270496" y="39632"/>
                  </a:lnTo>
                  <a:lnTo>
                    <a:pt x="1225901" y="27738"/>
                  </a:lnTo>
                  <a:lnTo>
                    <a:pt x="1180508" y="17891"/>
                  </a:lnTo>
                  <a:lnTo>
                    <a:pt x="1134369" y="10142"/>
                  </a:lnTo>
                  <a:lnTo>
                    <a:pt x="1087536" y="4542"/>
                  </a:lnTo>
                  <a:lnTo>
                    <a:pt x="1040061" y="1144"/>
                  </a:lnTo>
                  <a:lnTo>
                    <a:pt x="991996" y="0"/>
                  </a:lnTo>
                  <a:close/>
                </a:path>
              </a:pathLst>
            </a:custGeom>
            <a:ln w="47624">
              <a:solidFill>
                <a:srgbClr val="FFCE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591561" y="4475480"/>
            <a:ext cx="92265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254" dirty="0">
                <a:latin typeface="Arial MT"/>
                <a:cs typeface="Arial MT"/>
              </a:rPr>
              <a:t>2023</a:t>
            </a:r>
            <a:endParaRPr sz="26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4220380" y="3727132"/>
            <a:ext cx="2032000" cy="2032000"/>
            <a:chOff x="14220380" y="3727132"/>
            <a:chExt cx="2032000" cy="2032000"/>
          </a:xfrm>
        </p:grpSpPr>
        <p:sp>
          <p:nvSpPr>
            <p:cNvPr id="30" name="object 30"/>
            <p:cNvSpPr/>
            <p:nvPr/>
          </p:nvSpPr>
          <p:spPr>
            <a:xfrm>
              <a:off x="14473935" y="3980688"/>
              <a:ext cx="1525270" cy="1525270"/>
            </a:xfrm>
            <a:custGeom>
              <a:avLst/>
              <a:gdLst/>
              <a:ahLst/>
              <a:cxnLst/>
              <a:rect l="l" t="t" r="r" b="b"/>
              <a:pathLst>
                <a:path w="1525269" h="1525270">
                  <a:moveTo>
                    <a:pt x="762380" y="0"/>
                  </a:moveTo>
                  <a:lnTo>
                    <a:pt x="714171" y="1500"/>
                  </a:lnTo>
                  <a:lnTo>
                    <a:pt x="666758" y="5940"/>
                  </a:lnTo>
                  <a:lnTo>
                    <a:pt x="620231" y="13232"/>
                  </a:lnTo>
                  <a:lnTo>
                    <a:pt x="574678" y="23286"/>
                  </a:lnTo>
                  <a:lnTo>
                    <a:pt x="530189" y="36013"/>
                  </a:lnTo>
                  <a:lnTo>
                    <a:pt x="486854" y="51322"/>
                  </a:lnTo>
                  <a:lnTo>
                    <a:pt x="444762" y="69126"/>
                  </a:lnTo>
                  <a:lnTo>
                    <a:pt x="404002" y="89334"/>
                  </a:lnTo>
                  <a:lnTo>
                    <a:pt x="364664" y="111857"/>
                  </a:lnTo>
                  <a:lnTo>
                    <a:pt x="326836" y="136605"/>
                  </a:lnTo>
                  <a:lnTo>
                    <a:pt x="290609" y="163491"/>
                  </a:lnTo>
                  <a:lnTo>
                    <a:pt x="256072" y="192423"/>
                  </a:lnTo>
                  <a:lnTo>
                    <a:pt x="223313" y="223313"/>
                  </a:lnTo>
                  <a:lnTo>
                    <a:pt x="192423" y="256072"/>
                  </a:lnTo>
                  <a:lnTo>
                    <a:pt x="163491" y="290609"/>
                  </a:lnTo>
                  <a:lnTo>
                    <a:pt x="136605" y="326836"/>
                  </a:lnTo>
                  <a:lnTo>
                    <a:pt x="111857" y="364664"/>
                  </a:lnTo>
                  <a:lnTo>
                    <a:pt x="89334" y="404002"/>
                  </a:lnTo>
                  <a:lnTo>
                    <a:pt x="69126" y="444762"/>
                  </a:lnTo>
                  <a:lnTo>
                    <a:pt x="51322" y="486854"/>
                  </a:lnTo>
                  <a:lnTo>
                    <a:pt x="36013" y="530189"/>
                  </a:lnTo>
                  <a:lnTo>
                    <a:pt x="23286" y="574678"/>
                  </a:lnTo>
                  <a:lnTo>
                    <a:pt x="13232" y="620231"/>
                  </a:lnTo>
                  <a:lnTo>
                    <a:pt x="5940" y="666758"/>
                  </a:lnTo>
                  <a:lnTo>
                    <a:pt x="1500" y="714171"/>
                  </a:lnTo>
                  <a:lnTo>
                    <a:pt x="0" y="762381"/>
                  </a:lnTo>
                  <a:lnTo>
                    <a:pt x="1500" y="810590"/>
                  </a:lnTo>
                  <a:lnTo>
                    <a:pt x="5940" y="858003"/>
                  </a:lnTo>
                  <a:lnTo>
                    <a:pt x="13232" y="904530"/>
                  </a:lnTo>
                  <a:lnTo>
                    <a:pt x="23286" y="950083"/>
                  </a:lnTo>
                  <a:lnTo>
                    <a:pt x="36013" y="994572"/>
                  </a:lnTo>
                  <a:lnTo>
                    <a:pt x="51322" y="1037907"/>
                  </a:lnTo>
                  <a:lnTo>
                    <a:pt x="69126" y="1079999"/>
                  </a:lnTo>
                  <a:lnTo>
                    <a:pt x="89334" y="1120759"/>
                  </a:lnTo>
                  <a:lnTo>
                    <a:pt x="111857" y="1160097"/>
                  </a:lnTo>
                  <a:lnTo>
                    <a:pt x="136605" y="1197925"/>
                  </a:lnTo>
                  <a:lnTo>
                    <a:pt x="163491" y="1234152"/>
                  </a:lnTo>
                  <a:lnTo>
                    <a:pt x="192423" y="1268689"/>
                  </a:lnTo>
                  <a:lnTo>
                    <a:pt x="223313" y="1301448"/>
                  </a:lnTo>
                  <a:lnTo>
                    <a:pt x="256072" y="1332338"/>
                  </a:lnTo>
                  <a:lnTo>
                    <a:pt x="290609" y="1361270"/>
                  </a:lnTo>
                  <a:lnTo>
                    <a:pt x="326836" y="1388156"/>
                  </a:lnTo>
                  <a:lnTo>
                    <a:pt x="364664" y="1412904"/>
                  </a:lnTo>
                  <a:lnTo>
                    <a:pt x="404002" y="1435427"/>
                  </a:lnTo>
                  <a:lnTo>
                    <a:pt x="444762" y="1455635"/>
                  </a:lnTo>
                  <a:lnTo>
                    <a:pt x="486854" y="1473439"/>
                  </a:lnTo>
                  <a:lnTo>
                    <a:pt x="530189" y="1488748"/>
                  </a:lnTo>
                  <a:lnTo>
                    <a:pt x="574678" y="1501475"/>
                  </a:lnTo>
                  <a:lnTo>
                    <a:pt x="620231" y="1511529"/>
                  </a:lnTo>
                  <a:lnTo>
                    <a:pt x="666758" y="1518821"/>
                  </a:lnTo>
                  <a:lnTo>
                    <a:pt x="714171" y="1523261"/>
                  </a:lnTo>
                  <a:lnTo>
                    <a:pt x="762380" y="1524762"/>
                  </a:lnTo>
                  <a:lnTo>
                    <a:pt x="810590" y="1523261"/>
                  </a:lnTo>
                  <a:lnTo>
                    <a:pt x="858003" y="1518821"/>
                  </a:lnTo>
                  <a:lnTo>
                    <a:pt x="904530" y="1511529"/>
                  </a:lnTo>
                  <a:lnTo>
                    <a:pt x="950083" y="1501475"/>
                  </a:lnTo>
                  <a:lnTo>
                    <a:pt x="994572" y="1488748"/>
                  </a:lnTo>
                  <a:lnTo>
                    <a:pt x="1037907" y="1473439"/>
                  </a:lnTo>
                  <a:lnTo>
                    <a:pt x="1079999" y="1455635"/>
                  </a:lnTo>
                  <a:lnTo>
                    <a:pt x="1120759" y="1435427"/>
                  </a:lnTo>
                  <a:lnTo>
                    <a:pt x="1160097" y="1412904"/>
                  </a:lnTo>
                  <a:lnTo>
                    <a:pt x="1197925" y="1388156"/>
                  </a:lnTo>
                  <a:lnTo>
                    <a:pt x="1234152" y="1361270"/>
                  </a:lnTo>
                  <a:lnTo>
                    <a:pt x="1268689" y="1332338"/>
                  </a:lnTo>
                  <a:lnTo>
                    <a:pt x="1301448" y="1301448"/>
                  </a:lnTo>
                  <a:lnTo>
                    <a:pt x="1332338" y="1268689"/>
                  </a:lnTo>
                  <a:lnTo>
                    <a:pt x="1361270" y="1234152"/>
                  </a:lnTo>
                  <a:lnTo>
                    <a:pt x="1388156" y="1197925"/>
                  </a:lnTo>
                  <a:lnTo>
                    <a:pt x="1412904" y="1160097"/>
                  </a:lnTo>
                  <a:lnTo>
                    <a:pt x="1435427" y="1120759"/>
                  </a:lnTo>
                  <a:lnTo>
                    <a:pt x="1455635" y="1079999"/>
                  </a:lnTo>
                  <a:lnTo>
                    <a:pt x="1473439" y="1037907"/>
                  </a:lnTo>
                  <a:lnTo>
                    <a:pt x="1488748" y="994572"/>
                  </a:lnTo>
                  <a:lnTo>
                    <a:pt x="1501475" y="950083"/>
                  </a:lnTo>
                  <a:lnTo>
                    <a:pt x="1511529" y="904530"/>
                  </a:lnTo>
                  <a:lnTo>
                    <a:pt x="1518821" y="858003"/>
                  </a:lnTo>
                  <a:lnTo>
                    <a:pt x="1523261" y="810590"/>
                  </a:lnTo>
                  <a:lnTo>
                    <a:pt x="1524761" y="762381"/>
                  </a:lnTo>
                  <a:lnTo>
                    <a:pt x="1523261" y="714171"/>
                  </a:lnTo>
                  <a:lnTo>
                    <a:pt x="1518821" y="666758"/>
                  </a:lnTo>
                  <a:lnTo>
                    <a:pt x="1511529" y="620231"/>
                  </a:lnTo>
                  <a:lnTo>
                    <a:pt x="1501475" y="574678"/>
                  </a:lnTo>
                  <a:lnTo>
                    <a:pt x="1488748" y="530189"/>
                  </a:lnTo>
                  <a:lnTo>
                    <a:pt x="1473439" y="486854"/>
                  </a:lnTo>
                  <a:lnTo>
                    <a:pt x="1455635" y="444762"/>
                  </a:lnTo>
                  <a:lnTo>
                    <a:pt x="1435427" y="404002"/>
                  </a:lnTo>
                  <a:lnTo>
                    <a:pt x="1412904" y="364664"/>
                  </a:lnTo>
                  <a:lnTo>
                    <a:pt x="1388156" y="326836"/>
                  </a:lnTo>
                  <a:lnTo>
                    <a:pt x="1361270" y="290609"/>
                  </a:lnTo>
                  <a:lnTo>
                    <a:pt x="1332338" y="256072"/>
                  </a:lnTo>
                  <a:lnTo>
                    <a:pt x="1301448" y="223313"/>
                  </a:lnTo>
                  <a:lnTo>
                    <a:pt x="1268689" y="192423"/>
                  </a:lnTo>
                  <a:lnTo>
                    <a:pt x="1234152" y="163491"/>
                  </a:lnTo>
                  <a:lnTo>
                    <a:pt x="1197925" y="136605"/>
                  </a:lnTo>
                  <a:lnTo>
                    <a:pt x="1160097" y="111857"/>
                  </a:lnTo>
                  <a:lnTo>
                    <a:pt x="1120759" y="89334"/>
                  </a:lnTo>
                  <a:lnTo>
                    <a:pt x="1079999" y="69126"/>
                  </a:lnTo>
                  <a:lnTo>
                    <a:pt x="1037907" y="51322"/>
                  </a:lnTo>
                  <a:lnTo>
                    <a:pt x="994572" y="36013"/>
                  </a:lnTo>
                  <a:lnTo>
                    <a:pt x="950083" y="23286"/>
                  </a:lnTo>
                  <a:lnTo>
                    <a:pt x="904530" y="13232"/>
                  </a:lnTo>
                  <a:lnTo>
                    <a:pt x="858003" y="5940"/>
                  </a:lnTo>
                  <a:lnTo>
                    <a:pt x="810590" y="1500"/>
                  </a:lnTo>
                  <a:lnTo>
                    <a:pt x="762380" y="0"/>
                  </a:lnTo>
                  <a:close/>
                </a:path>
              </a:pathLst>
            </a:custGeom>
            <a:ln w="19050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381225" y="3887978"/>
              <a:ext cx="1710689" cy="1710689"/>
            </a:xfrm>
            <a:custGeom>
              <a:avLst/>
              <a:gdLst/>
              <a:ahLst/>
              <a:cxnLst/>
              <a:rect l="l" t="t" r="r" b="b"/>
              <a:pathLst>
                <a:path w="1710690" h="1710689">
                  <a:moveTo>
                    <a:pt x="855090" y="0"/>
                  </a:moveTo>
                  <a:lnTo>
                    <a:pt x="806562" y="1353"/>
                  </a:lnTo>
                  <a:lnTo>
                    <a:pt x="758744" y="5365"/>
                  </a:lnTo>
                  <a:lnTo>
                    <a:pt x="711710" y="11964"/>
                  </a:lnTo>
                  <a:lnTo>
                    <a:pt x="665530" y="21077"/>
                  </a:lnTo>
                  <a:lnTo>
                    <a:pt x="620278" y="32633"/>
                  </a:lnTo>
                  <a:lnTo>
                    <a:pt x="576026" y="46558"/>
                  </a:lnTo>
                  <a:lnTo>
                    <a:pt x="532845" y="62782"/>
                  </a:lnTo>
                  <a:lnTo>
                    <a:pt x="490808" y="81232"/>
                  </a:lnTo>
                  <a:lnTo>
                    <a:pt x="449986" y="101835"/>
                  </a:lnTo>
                  <a:lnTo>
                    <a:pt x="410453" y="124520"/>
                  </a:lnTo>
                  <a:lnTo>
                    <a:pt x="372280" y="149214"/>
                  </a:lnTo>
                  <a:lnTo>
                    <a:pt x="335539" y="175846"/>
                  </a:lnTo>
                  <a:lnTo>
                    <a:pt x="300303" y="204343"/>
                  </a:lnTo>
                  <a:lnTo>
                    <a:pt x="266644" y="234633"/>
                  </a:lnTo>
                  <a:lnTo>
                    <a:pt x="234633" y="266644"/>
                  </a:lnTo>
                  <a:lnTo>
                    <a:pt x="204343" y="300303"/>
                  </a:lnTo>
                  <a:lnTo>
                    <a:pt x="175846" y="335539"/>
                  </a:lnTo>
                  <a:lnTo>
                    <a:pt x="149214" y="372280"/>
                  </a:lnTo>
                  <a:lnTo>
                    <a:pt x="124520" y="410453"/>
                  </a:lnTo>
                  <a:lnTo>
                    <a:pt x="101835" y="449986"/>
                  </a:lnTo>
                  <a:lnTo>
                    <a:pt x="81232" y="490808"/>
                  </a:lnTo>
                  <a:lnTo>
                    <a:pt x="62782" y="532845"/>
                  </a:lnTo>
                  <a:lnTo>
                    <a:pt x="46558" y="576026"/>
                  </a:lnTo>
                  <a:lnTo>
                    <a:pt x="32633" y="620278"/>
                  </a:lnTo>
                  <a:lnTo>
                    <a:pt x="21077" y="665530"/>
                  </a:lnTo>
                  <a:lnTo>
                    <a:pt x="11964" y="711710"/>
                  </a:lnTo>
                  <a:lnTo>
                    <a:pt x="5365" y="758744"/>
                  </a:lnTo>
                  <a:lnTo>
                    <a:pt x="1353" y="806562"/>
                  </a:lnTo>
                  <a:lnTo>
                    <a:pt x="0" y="855091"/>
                  </a:lnTo>
                  <a:lnTo>
                    <a:pt x="1353" y="903607"/>
                  </a:lnTo>
                  <a:lnTo>
                    <a:pt x="5365" y="951414"/>
                  </a:lnTo>
                  <a:lnTo>
                    <a:pt x="11964" y="998440"/>
                  </a:lnTo>
                  <a:lnTo>
                    <a:pt x="21077" y="1044612"/>
                  </a:lnTo>
                  <a:lnTo>
                    <a:pt x="32633" y="1089858"/>
                  </a:lnTo>
                  <a:lnTo>
                    <a:pt x="46558" y="1134106"/>
                  </a:lnTo>
                  <a:lnTo>
                    <a:pt x="62782" y="1177283"/>
                  </a:lnTo>
                  <a:lnTo>
                    <a:pt x="81232" y="1219318"/>
                  </a:lnTo>
                  <a:lnTo>
                    <a:pt x="101835" y="1260138"/>
                  </a:lnTo>
                  <a:lnTo>
                    <a:pt x="124520" y="1299671"/>
                  </a:lnTo>
                  <a:lnTo>
                    <a:pt x="149214" y="1337845"/>
                  </a:lnTo>
                  <a:lnTo>
                    <a:pt x="175846" y="1374587"/>
                  </a:lnTo>
                  <a:lnTo>
                    <a:pt x="204343" y="1409826"/>
                  </a:lnTo>
                  <a:lnTo>
                    <a:pt x="234633" y="1443488"/>
                  </a:lnTo>
                  <a:lnTo>
                    <a:pt x="266644" y="1475502"/>
                  </a:lnTo>
                  <a:lnTo>
                    <a:pt x="300303" y="1505796"/>
                  </a:lnTo>
                  <a:lnTo>
                    <a:pt x="335539" y="1534297"/>
                  </a:lnTo>
                  <a:lnTo>
                    <a:pt x="372280" y="1560933"/>
                  </a:lnTo>
                  <a:lnTo>
                    <a:pt x="410453" y="1585632"/>
                  </a:lnTo>
                  <a:lnTo>
                    <a:pt x="449986" y="1608321"/>
                  </a:lnTo>
                  <a:lnTo>
                    <a:pt x="490808" y="1628928"/>
                  </a:lnTo>
                  <a:lnTo>
                    <a:pt x="532845" y="1647382"/>
                  </a:lnTo>
                  <a:lnTo>
                    <a:pt x="576026" y="1663610"/>
                  </a:lnTo>
                  <a:lnTo>
                    <a:pt x="620278" y="1677539"/>
                  </a:lnTo>
                  <a:lnTo>
                    <a:pt x="665530" y="1689098"/>
                  </a:lnTo>
                  <a:lnTo>
                    <a:pt x="711710" y="1698214"/>
                  </a:lnTo>
                  <a:lnTo>
                    <a:pt x="758744" y="1704814"/>
                  </a:lnTo>
                  <a:lnTo>
                    <a:pt x="806562" y="1708828"/>
                  </a:lnTo>
                  <a:lnTo>
                    <a:pt x="855090" y="1710182"/>
                  </a:lnTo>
                  <a:lnTo>
                    <a:pt x="903607" y="1708828"/>
                  </a:lnTo>
                  <a:lnTo>
                    <a:pt x="951414" y="1704814"/>
                  </a:lnTo>
                  <a:lnTo>
                    <a:pt x="998440" y="1698214"/>
                  </a:lnTo>
                  <a:lnTo>
                    <a:pt x="1044612" y="1689098"/>
                  </a:lnTo>
                  <a:lnTo>
                    <a:pt x="1089858" y="1677539"/>
                  </a:lnTo>
                  <a:lnTo>
                    <a:pt x="1134106" y="1663610"/>
                  </a:lnTo>
                  <a:lnTo>
                    <a:pt x="1177283" y="1647382"/>
                  </a:lnTo>
                  <a:lnTo>
                    <a:pt x="1219318" y="1628928"/>
                  </a:lnTo>
                  <a:lnTo>
                    <a:pt x="1260138" y="1608321"/>
                  </a:lnTo>
                  <a:lnTo>
                    <a:pt x="1299671" y="1585632"/>
                  </a:lnTo>
                  <a:lnTo>
                    <a:pt x="1337845" y="1560933"/>
                  </a:lnTo>
                  <a:lnTo>
                    <a:pt x="1374587" y="1534297"/>
                  </a:lnTo>
                  <a:lnTo>
                    <a:pt x="1409826" y="1505796"/>
                  </a:lnTo>
                  <a:lnTo>
                    <a:pt x="1443488" y="1475502"/>
                  </a:lnTo>
                  <a:lnTo>
                    <a:pt x="1475502" y="1443488"/>
                  </a:lnTo>
                  <a:lnTo>
                    <a:pt x="1505796" y="1409826"/>
                  </a:lnTo>
                  <a:lnTo>
                    <a:pt x="1534297" y="1374587"/>
                  </a:lnTo>
                  <a:lnTo>
                    <a:pt x="1560933" y="1337845"/>
                  </a:lnTo>
                  <a:lnTo>
                    <a:pt x="1585632" y="1299671"/>
                  </a:lnTo>
                  <a:lnTo>
                    <a:pt x="1608321" y="1260138"/>
                  </a:lnTo>
                  <a:lnTo>
                    <a:pt x="1628928" y="1219318"/>
                  </a:lnTo>
                  <a:lnTo>
                    <a:pt x="1647382" y="1177283"/>
                  </a:lnTo>
                  <a:lnTo>
                    <a:pt x="1663610" y="1134106"/>
                  </a:lnTo>
                  <a:lnTo>
                    <a:pt x="1677539" y="1089858"/>
                  </a:lnTo>
                  <a:lnTo>
                    <a:pt x="1689098" y="1044612"/>
                  </a:lnTo>
                  <a:lnTo>
                    <a:pt x="1698214" y="998440"/>
                  </a:lnTo>
                  <a:lnTo>
                    <a:pt x="1704814" y="951414"/>
                  </a:lnTo>
                  <a:lnTo>
                    <a:pt x="1708828" y="903607"/>
                  </a:lnTo>
                  <a:lnTo>
                    <a:pt x="1710181" y="855091"/>
                  </a:lnTo>
                  <a:lnTo>
                    <a:pt x="1708828" y="806562"/>
                  </a:lnTo>
                  <a:lnTo>
                    <a:pt x="1704814" y="758744"/>
                  </a:lnTo>
                  <a:lnTo>
                    <a:pt x="1698214" y="711710"/>
                  </a:lnTo>
                  <a:lnTo>
                    <a:pt x="1689098" y="665530"/>
                  </a:lnTo>
                  <a:lnTo>
                    <a:pt x="1677539" y="620278"/>
                  </a:lnTo>
                  <a:lnTo>
                    <a:pt x="1663610" y="576026"/>
                  </a:lnTo>
                  <a:lnTo>
                    <a:pt x="1647382" y="532845"/>
                  </a:lnTo>
                  <a:lnTo>
                    <a:pt x="1628928" y="490808"/>
                  </a:lnTo>
                  <a:lnTo>
                    <a:pt x="1608321" y="449986"/>
                  </a:lnTo>
                  <a:lnTo>
                    <a:pt x="1585632" y="410453"/>
                  </a:lnTo>
                  <a:lnTo>
                    <a:pt x="1560933" y="372280"/>
                  </a:lnTo>
                  <a:lnTo>
                    <a:pt x="1534297" y="335539"/>
                  </a:lnTo>
                  <a:lnTo>
                    <a:pt x="1505796" y="300303"/>
                  </a:lnTo>
                  <a:lnTo>
                    <a:pt x="1475502" y="266644"/>
                  </a:lnTo>
                  <a:lnTo>
                    <a:pt x="1443488" y="234633"/>
                  </a:lnTo>
                  <a:lnTo>
                    <a:pt x="1409826" y="204343"/>
                  </a:lnTo>
                  <a:lnTo>
                    <a:pt x="1374587" y="175846"/>
                  </a:lnTo>
                  <a:lnTo>
                    <a:pt x="1337845" y="149214"/>
                  </a:lnTo>
                  <a:lnTo>
                    <a:pt x="1299671" y="124520"/>
                  </a:lnTo>
                  <a:lnTo>
                    <a:pt x="1260138" y="101835"/>
                  </a:lnTo>
                  <a:lnTo>
                    <a:pt x="1219318" y="81232"/>
                  </a:lnTo>
                  <a:lnTo>
                    <a:pt x="1177283" y="62782"/>
                  </a:lnTo>
                  <a:lnTo>
                    <a:pt x="1134106" y="46558"/>
                  </a:lnTo>
                  <a:lnTo>
                    <a:pt x="1089858" y="32633"/>
                  </a:lnTo>
                  <a:lnTo>
                    <a:pt x="1044612" y="21077"/>
                  </a:lnTo>
                  <a:lnTo>
                    <a:pt x="998440" y="11964"/>
                  </a:lnTo>
                  <a:lnTo>
                    <a:pt x="951414" y="5365"/>
                  </a:lnTo>
                  <a:lnTo>
                    <a:pt x="903607" y="1353"/>
                  </a:lnTo>
                  <a:lnTo>
                    <a:pt x="855090" y="0"/>
                  </a:lnTo>
                  <a:close/>
                </a:path>
              </a:pathLst>
            </a:custGeom>
            <a:ln w="28575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244192" y="3750945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124" y="0"/>
                  </a:moveTo>
                  <a:lnTo>
                    <a:pt x="944059" y="1144"/>
                  </a:lnTo>
                  <a:lnTo>
                    <a:pt x="896584" y="4542"/>
                  </a:lnTo>
                  <a:lnTo>
                    <a:pt x="849751" y="10142"/>
                  </a:lnTo>
                  <a:lnTo>
                    <a:pt x="803612" y="17891"/>
                  </a:lnTo>
                  <a:lnTo>
                    <a:pt x="758219" y="27738"/>
                  </a:lnTo>
                  <a:lnTo>
                    <a:pt x="713624" y="39632"/>
                  </a:lnTo>
                  <a:lnTo>
                    <a:pt x="669879" y="53519"/>
                  </a:lnTo>
                  <a:lnTo>
                    <a:pt x="627035" y="69347"/>
                  </a:lnTo>
                  <a:lnTo>
                    <a:pt x="585146" y="87066"/>
                  </a:lnTo>
                  <a:lnTo>
                    <a:pt x="544262" y="106622"/>
                  </a:lnTo>
                  <a:lnTo>
                    <a:pt x="504436" y="127964"/>
                  </a:lnTo>
                  <a:lnTo>
                    <a:pt x="465720" y="151040"/>
                  </a:lnTo>
                  <a:lnTo>
                    <a:pt x="428166" y="175798"/>
                  </a:lnTo>
                  <a:lnTo>
                    <a:pt x="391825" y="202186"/>
                  </a:lnTo>
                  <a:lnTo>
                    <a:pt x="356751" y="230151"/>
                  </a:lnTo>
                  <a:lnTo>
                    <a:pt x="322994" y="259642"/>
                  </a:lnTo>
                  <a:lnTo>
                    <a:pt x="290607" y="290607"/>
                  </a:lnTo>
                  <a:lnTo>
                    <a:pt x="259642" y="322994"/>
                  </a:lnTo>
                  <a:lnTo>
                    <a:pt x="230151" y="356751"/>
                  </a:lnTo>
                  <a:lnTo>
                    <a:pt x="202186" y="391825"/>
                  </a:lnTo>
                  <a:lnTo>
                    <a:pt x="175798" y="428166"/>
                  </a:lnTo>
                  <a:lnTo>
                    <a:pt x="151040" y="465720"/>
                  </a:lnTo>
                  <a:lnTo>
                    <a:pt x="127964" y="504436"/>
                  </a:lnTo>
                  <a:lnTo>
                    <a:pt x="106622" y="544262"/>
                  </a:lnTo>
                  <a:lnTo>
                    <a:pt x="87066" y="585146"/>
                  </a:lnTo>
                  <a:lnTo>
                    <a:pt x="69347" y="627035"/>
                  </a:lnTo>
                  <a:lnTo>
                    <a:pt x="53519" y="669879"/>
                  </a:lnTo>
                  <a:lnTo>
                    <a:pt x="39632" y="713624"/>
                  </a:lnTo>
                  <a:lnTo>
                    <a:pt x="27738" y="758219"/>
                  </a:lnTo>
                  <a:lnTo>
                    <a:pt x="17891" y="803612"/>
                  </a:lnTo>
                  <a:lnTo>
                    <a:pt x="10142" y="849751"/>
                  </a:lnTo>
                  <a:lnTo>
                    <a:pt x="4542" y="896584"/>
                  </a:lnTo>
                  <a:lnTo>
                    <a:pt x="1144" y="944059"/>
                  </a:lnTo>
                  <a:lnTo>
                    <a:pt x="0" y="992124"/>
                  </a:lnTo>
                  <a:lnTo>
                    <a:pt x="1144" y="1040188"/>
                  </a:lnTo>
                  <a:lnTo>
                    <a:pt x="4542" y="1087661"/>
                  </a:lnTo>
                  <a:lnTo>
                    <a:pt x="10142" y="1134493"/>
                  </a:lnTo>
                  <a:lnTo>
                    <a:pt x="17891" y="1180630"/>
                  </a:lnTo>
                  <a:lnTo>
                    <a:pt x="27738" y="1226020"/>
                  </a:lnTo>
                  <a:lnTo>
                    <a:pt x="39632" y="1270612"/>
                  </a:lnTo>
                  <a:lnTo>
                    <a:pt x="53519" y="1314354"/>
                  </a:lnTo>
                  <a:lnTo>
                    <a:pt x="69347" y="1357194"/>
                  </a:lnTo>
                  <a:lnTo>
                    <a:pt x="87066" y="1399079"/>
                  </a:lnTo>
                  <a:lnTo>
                    <a:pt x="106622" y="1439959"/>
                  </a:lnTo>
                  <a:lnTo>
                    <a:pt x="127964" y="1479780"/>
                  </a:lnTo>
                  <a:lnTo>
                    <a:pt x="151040" y="1518491"/>
                  </a:lnTo>
                  <a:lnTo>
                    <a:pt x="175798" y="1556040"/>
                  </a:lnTo>
                  <a:lnTo>
                    <a:pt x="202186" y="1592375"/>
                  </a:lnTo>
                  <a:lnTo>
                    <a:pt x="230151" y="1627444"/>
                  </a:lnTo>
                  <a:lnTo>
                    <a:pt x="259642" y="1661195"/>
                  </a:lnTo>
                  <a:lnTo>
                    <a:pt x="290607" y="1693576"/>
                  </a:lnTo>
                  <a:lnTo>
                    <a:pt x="322994" y="1724536"/>
                  </a:lnTo>
                  <a:lnTo>
                    <a:pt x="356751" y="1754021"/>
                  </a:lnTo>
                  <a:lnTo>
                    <a:pt x="391825" y="1781981"/>
                  </a:lnTo>
                  <a:lnTo>
                    <a:pt x="428166" y="1808364"/>
                  </a:lnTo>
                  <a:lnTo>
                    <a:pt x="465720" y="1833116"/>
                  </a:lnTo>
                  <a:lnTo>
                    <a:pt x="504436" y="1856187"/>
                  </a:lnTo>
                  <a:lnTo>
                    <a:pt x="544262" y="1877524"/>
                  </a:lnTo>
                  <a:lnTo>
                    <a:pt x="585146" y="1897076"/>
                  </a:lnTo>
                  <a:lnTo>
                    <a:pt x="627035" y="1914791"/>
                  </a:lnTo>
                  <a:lnTo>
                    <a:pt x="669879" y="1930615"/>
                  </a:lnTo>
                  <a:lnTo>
                    <a:pt x="713624" y="1944499"/>
                  </a:lnTo>
                  <a:lnTo>
                    <a:pt x="758219" y="1956389"/>
                  </a:lnTo>
                  <a:lnTo>
                    <a:pt x="803612" y="1966234"/>
                  </a:lnTo>
                  <a:lnTo>
                    <a:pt x="849751" y="1973981"/>
                  </a:lnTo>
                  <a:lnTo>
                    <a:pt x="896584" y="1979580"/>
                  </a:lnTo>
                  <a:lnTo>
                    <a:pt x="944059" y="1982977"/>
                  </a:lnTo>
                  <a:lnTo>
                    <a:pt x="992124" y="1984120"/>
                  </a:lnTo>
                  <a:lnTo>
                    <a:pt x="1040188" y="1982977"/>
                  </a:lnTo>
                  <a:lnTo>
                    <a:pt x="1087661" y="1979580"/>
                  </a:lnTo>
                  <a:lnTo>
                    <a:pt x="1134493" y="1973981"/>
                  </a:lnTo>
                  <a:lnTo>
                    <a:pt x="1180630" y="1966234"/>
                  </a:lnTo>
                  <a:lnTo>
                    <a:pt x="1226020" y="1956389"/>
                  </a:lnTo>
                  <a:lnTo>
                    <a:pt x="1270612" y="1944499"/>
                  </a:lnTo>
                  <a:lnTo>
                    <a:pt x="1314354" y="1930615"/>
                  </a:lnTo>
                  <a:lnTo>
                    <a:pt x="1357194" y="1914791"/>
                  </a:lnTo>
                  <a:lnTo>
                    <a:pt x="1399079" y="1897076"/>
                  </a:lnTo>
                  <a:lnTo>
                    <a:pt x="1439959" y="1877524"/>
                  </a:lnTo>
                  <a:lnTo>
                    <a:pt x="1479780" y="1856187"/>
                  </a:lnTo>
                  <a:lnTo>
                    <a:pt x="1518491" y="1833116"/>
                  </a:lnTo>
                  <a:lnTo>
                    <a:pt x="1556040" y="1808364"/>
                  </a:lnTo>
                  <a:lnTo>
                    <a:pt x="1592375" y="1781981"/>
                  </a:lnTo>
                  <a:lnTo>
                    <a:pt x="1627444" y="1754021"/>
                  </a:lnTo>
                  <a:lnTo>
                    <a:pt x="1661195" y="1724536"/>
                  </a:lnTo>
                  <a:lnTo>
                    <a:pt x="1693576" y="1693576"/>
                  </a:lnTo>
                  <a:lnTo>
                    <a:pt x="1724536" y="1661195"/>
                  </a:lnTo>
                  <a:lnTo>
                    <a:pt x="1754021" y="1627444"/>
                  </a:lnTo>
                  <a:lnTo>
                    <a:pt x="1781981" y="1592375"/>
                  </a:lnTo>
                  <a:lnTo>
                    <a:pt x="1808364" y="1556040"/>
                  </a:lnTo>
                  <a:lnTo>
                    <a:pt x="1833116" y="1518491"/>
                  </a:lnTo>
                  <a:lnTo>
                    <a:pt x="1856187" y="1479780"/>
                  </a:lnTo>
                  <a:lnTo>
                    <a:pt x="1877524" y="1439959"/>
                  </a:lnTo>
                  <a:lnTo>
                    <a:pt x="1897076" y="1399079"/>
                  </a:lnTo>
                  <a:lnTo>
                    <a:pt x="1914791" y="1357194"/>
                  </a:lnTo>
                  <a:lnTo>
                    <a:pt x="1930615" y="1314354"/>
                  </a:lnTo>
                  <a:lnTo>
                    <a:pt x="1944499" y="1270612"/>
                  </a:lnTo>
                  <a:lnTo>
                    <a:pt x="1956389" y="1226020"/>
                  </a:lnTo>
                  <a:lnTo>
                    <a:pt x="1966234" y="1180630"/>
                  </a:lnTo>
                  <a:lnTo>
                    <a:pt x="1973981" y="1134493"/>
                  </a:lnTo>
                  <a:lnTo>
                    <a:pt x="1979580" y="1087661"/>
                  </a:lnTo>
                  <a:lnTo>
                    <a:pt x="1982977" y="1040188"/>
                  </a:lnTo>
                  <a:lnTo>
                    <a:pt x="1984121" y="992124"/>
                  </a:lnTo>
                  <a:lnTo>
                    <a:pt x="1982977" y="944059"/>
                  </a:lnTo>
                  <a:lnTo>
                    <a:pt x="1979580" y="896584"/>
                  </a:lnTo>
                  <a:lnTo>
                    <a:pt x="1973981" y="849751"/>
                  </a:lnTo>
                  <a:lnTo>
                    <a:pt x="1966234" y="803612"/>
                  </a:lnTo>
                  <a:lnTo>
                    <a:pt x="1956389" y="758219"/>
                  </a:lnTo>
                  <a:lnTo>
                    <a:pt x="1944499" y="713624"/>
                  </a:lnTo>
                  <a:lnTo>
                    <a:pt x="1930615" y="669879"/>
                  </a:lnTo>
                  <a:lnTo>
                    <a:pt x="1914791" y="627035"/>
                  </a:lnTo>
                  <a:lnTo>
                    <a:pt x="1897076" y="585146"/>
                  </a:lnTo>
                  <a:lnTo>
                    <a:pt x="1877524" y="544262"/>
                  </a:lnTo>
                  <a:lnTo>
                    <a:pt x="1856187" y="504436"/>
                  </a:lnTo>
                  <a:lnTo>
                    <a:pt x="1833116" y="465720"/>
                  </a:lnTo>
                  <a:lnTo>
                    <a:pt x="1808364" y="428166"/>
                  </a:lnTo>
                  <a:lnTo>
                    <a:pt x="1781981" y="391825"/>
                  </a:lnTo>
                  <a:lnTo>
                    <a:pt x="1754021" y="356751"/>
                  </a:lnTo>
                  <a:lnTo>
                    <a:pt x="1724536" y="322994"/>
                  </a:lnTo>
                  <a:lnTo>
                    <a:pt x="1693576" y="290607"/>
                  </a:lnTo>
                  <a:lnTo>
                    <a:pt x="1661195" y="259642"/>
                  </a:lnTo>
                  <a:lnTo>
                    <a:pt x="1627444" y="230151"/>
                  </a:lnTo>
                  <a:lnTo>
                    <a:pt x="1592375" y="202186"/>
                  </a:lnTo>
                  <a:lnTo>
                    <a:pt x="1556040" y="175798"/>
                  </a:lnTo>
                  <a:lnTo>
                    <a:pt x="1518491" y="151040"/>
                  </a:lnTo>
                  <a:lnTo>
                    <a:pt x="1479780" y="127964"/>
                  </a:lnTo>
                  <a:lnTo>
                    <a:pt x="1439959" y="106622"/>
                  </a:lnTo>
                  <a:lnTo>
                    <a:pt x="1399079" y="87066"/>
                  </a:lnTo>
                  <a:lnTo>
                    <a:pt x="1357194" y="69347"/>
                  </a:lnTo>
                  <a:lnTo>
                    <a:pt x="1314354" y="53519"/>
                  </a:lnTo>
                  <a:lnTo>
                    <a:pt x="1270612" y="39632"/>
                  </a:lnTo>
                  <a:lnTo>
                    <a:pt x="1226020" y="27738"/>
                  </a:lnTo>
                  <a:lnTo>
                    <a:pt x="1180630" y="17891"/>
                  </a:lnTo>
                  <a:lnTo>
                    <a:pt x="1134493" y="10142"/>
                  </a:lnTo>
                  <a:lnTo>
                    <a:pt x="1087661" y="4542"/>
                  </a:lnTo>
                  <a:lnTo>
                    <a:pt x="1040188" y="1144"/>
                  </a:lnTo>
                  <a:lnTo>
                    <a:pt x="992124" y="0"/>
                  </a:lnTo>
                  <a:close/>
                </a:path>
              </a:pathLst>
            </a:custGeom>
            <a:ln w="47624">
              <a:solidFill>
                <a:srgbClr val="FFCE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4777085" y="4475480"/>
            <a:ext cx="92265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254" dirty="0">
                <a:latin typeface="Arial MT"/>
                <a:cs typeface="Arial MT"/>
              </a:rPr>
              <a:t>2025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71544" y="4724019"/>
            <a:ext cx="4180840" cy="0"/>
          </a:xfrm>
          <a:custGeom>
            <a:avLst/>
            <a:gdLst/>
            <a:ahLst/>
            <a:cxnLst/>
            <a:rect l="l" t="t" r="r" b="b"/>
            <a:pathLst>
              <a:path w="4180840">
                <a:moveTo>
                  <a:pt x="0" y="0"/>
                </a:moveTo>
                <a:lnTo>
                  <a:pt x="4180458" y="0"/>
                </a:lnTo>
              </a:path>
            </a:pathLst>
          </a:custGeom>
          <a:ln w="38100">
            <a:solidFill>
              <a:srgbClr val="176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28700" y="2384298"/>
            <a:ext cx="4627245" cy="0"/>
          </a:xfrm>
          <a:custGeom>
            <a:avLst/>
            <a:gdLst/>
            <a:ahLst/>
            <a:cxnLst/>
            <a:rect l="l" t="t" r="r" b="b"/>
            <a:pathLst>
              <a:path w="4627245">
                <a:moveTo>
                  <a:pt x="4627118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68ED88-8031-0248-41A9-BD2A66D2C824}"/>
              </a:ext>
            </a:extLst>
          </p:cNvPr>
          <p:cNvSpPr txBox="1"/>
          <p:nvPr/>
        </p:nvSpPr>
        <p:spPr>
          <a:xfrm>
            <a:off x="153632" y="6162566"/>
            <a:ext cx="5796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Launched Shine Spec, delivering professional residential and commercial cleaning services across Gauteng.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33A1DA-448A-AD95-E353-2864CDBB1DBB}"/>
              </a:ext>
            </a:extLst>
          </p:cNvPr>
          <p:cNvSpPr txBox="1"/>
          <p:nvPr/>
        </p:nvSpPr>
        <p:spPr>
          <a:xfrm>
            <a:off x="6245760" y="6162565"/>
            <a:ext cx="5796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Focused on market research, business model, and pricing.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998B61-198E-5786-B0A6-08CE050CB89D}"/>
              </a:ext>
            </a:extLst>
          </p:cNvPr>
          <p:cNvSpPr txBox="1"/>
          <p:nvPr/>
        </p:nvSpPr>
        <p:spPr>
          <a:xfrm>
            <a:off x="12337888" y="6157122"/>
            <a:ext cx="5796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Updating booking software, making sales, 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33340" y="3834257"/>
            <a:ext cx="8890" cy="4375785"/>
          </a:xfrm>
          <a:custGeom>
            <a:avLst/>
            <a:gdLst/>
            <a:ahLst/>
            <a:cxnLst/>
            <a:rect l="l" t="t" r="r" b="b"/>
            <a:pathLst>
              <a:path w="8889" h="4375784">
                <a:moveTo>
                  <a:pt x="0" y="4375404"/>
                </a:moveTo>
                <a:lnTo>
                  <a:pt x="8509" y="0"/>
                </a:lnTo>
              </a:path>
            </a:pathLst>
          </a:custGeom>
          <a:ln w="9525">
            <a:solidFill>
              <a:srgbClr val="00FF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376275" y="3834257"/>
            <a:ext cx="0" cy="5081905"/>
          </a:xfrm>
          <a:custGeom>
            <a:avLst/>
            <a:gdLst/>
            <a:ahLst/>
            <a:cxnLst/>
            <a:rect l="l" t="t" r="r" b="b"/>
            <a:pathLst>
              <a:path h="5081905">
                <a:moveTo>
                  <a:pt x="0" y="5081651"/>
                </a:moveTo>
                <a:lnTo>
                  <a:pt x="0" y="0"/>
                </a:lnTo>
              </a:path>
            </a:pathLst>
          </a:custGeom>
          <a:ln w="9525">
            <a:solidFill>
              <a:srgbClr val="00FF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34015" y="3821557"/>
            <a:ext cx="21590" cy="4086860"/>
          </a:xfrm>
          <a:custGeom>
            <a:avLst/>
            <a:gdLst/>
            <a:ahLst/>
            <a:cxnLst/>
            <a:rect l="l" t="t" r="r" b="b"/>
            <a:pathLst>
              <a:path w="21590" h="4086859">
                <a:moveTo>
                  <a:pt x="0" y="4086352"/>
                </a:moveTo>
                <a:lnTo>
                  <a:pt x="21081" y="0"/>
                </a:lnTo>
              </a:path>
            </a:pathLst>
          </a:custGeom>
          <a:ln w="9524">
            <a:solidFill>
              <a:srgbClr val="00FF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44850" y="1709166"/>
            <a:ext cx="11728450" cy="6203950"/>
            <a:chOff x="3244850" y="1709166"/>
            <a:chExt cx="11728450" cy="6203950"/>
          </a:xfrm>
        </p:grpSpPr>
        <p:sp>
          <p:nvSpPr>
            <p:cNvPr id="7" name="object 7"/>
            <p:cNvSpPr/>
            <p:nvPr/>
          </p:nvSpPr>
          <p:spPr>
            <a:xfrm>
              <a:off x="4650739" y="2168779"/>
              <a:ext cx="8733155" cy="5739130"/>
            </a:xfrm>
            <a:custGeom>
              <a:avLst/>
              <a:gdLst/>
              <a:ahLst/>
              <a:cxnLst/>
              <a:rect l="l" t="t" r="r" b="b"/>
              <a:pathLst>
                <a:path w="8733155" h="5739130">
                  <a:moveTo>
                    <a:pt x="2894711" y="1659001"/>
                  </a:moveTo>
                  <a:lnTo>
                    <a:pt x="2913126" y="5739130"/>
                  </a:lnTo>
                </a:path>
                <a:path w="8733155" h="5739130">
                  <a:moveTo>
                    <a:pt x="8733154" y="1657985"/>
                  </a:moveTo>
                  <a:lnTo>
                    <a:pt x="0" y="1657985"/>
                  </a:lnTo>
                </a:path>
                <a:path w="8733155" h="5739130">
                  <a:moveTo>
                    <a:pt x="4414393" y="0"/>
                  </a:moveTo>
                  <a:lnTo>
                    <a:pt x="4407154" y="1650365"/>
                  </a:lnTo>
                </a:path>
              </a:pathLst>
            </a:custGeom>
            <a:ln w="9525">
              <a:solidFill>
                <a:srgbClr val="00FF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9488" y="1873885"/>
              <a:ext cx="4116070" cy="1402080"/>
            </a:xfrm>
            <a:custGeom>
              <a:avLst/>
              <a:gdLst/>
              <a:ahLst/>
              <a:cxnLst/>
              <a:rect l="l" t="t" r="r" b="b"/>
              <a:pathLst>
                <a:path w="4116070" h="1402079">
                  <a:moveTo>
                    <a:pt x="3981704" y="0"/>
                  </a:moveTo>
                  <a:lnTo>
                    <a:pt x="133730" y="0"/>
                  </a:lnTo>
                  <a:lnTo>
                    <a:pt x="91439" y="6825"/>
                  </a:lnTo>
                  <a:lnTo>
                    <a:pt x="54726" y="25830"/>
                  </a:lnTo>
                  <a:lnTo>
                    <a:pt x="25786" y="54809"/>
                  </a:lnTo>
                  <a:lnTo>
                    <a:pt x="6812" y="91553"/>
                  </a:lnTo>
                  <a:lnTo>
                    <a:pt x="0" y="133858"/>
                  </a:lnTo>
                  <a:lnTo>
                    <a:pt x="0" y="1267714"/>
                  </a:lnTo>
                  <a:lnTo>
                    <a:pt x="6812" y="1310018"/>
                  </a:lnTo>
                  <a:lnTo>
                    <a:pt x="25786" y="1346762"/>
                  </a:lnTo>
                  <a:lnTo>
                    <a:pt x="54726" y="1375741"/>
                  </a:lnTo>
                  <a:lnTo>
                    <a:pt x="91439" y="1394746"/>
                  </a:lnTo>
                  <a:lnTo>
                    <a:pt x="133730" y="1401572"/>
                  </a:lnTo>
                  <a:lnTo>
                    <a:pt x="3981704" y="1401572"/>
                  </a:lnTo>
                  <a:lnTo>
                    <a:pt x="4032869" y="1391380"/>
                  </a:lnTo>
                  <a:lnTo>
                    <a:pt x="4076318" y="1362329"/>
                  </a:lnTo>
                  <a:lnTo>
                    <a:pt x="4105370" y="1318879"/>
                  </a:lnTo>
                  <a:lnTo>
                    <a:pt x="4115561" y="1267714"/>
                  </a:lnTo>
                  <a:lnTo>
                    <a:pt x="4115561" y="133858"/>
                  </a:lnTo>
                  <a:lnTo>
                    <a:pt x="4108736" y="91553"/>
                  </a:lnTo>
                  <a:lnTo>
                    <a:pt x="4089731" y="54809"/>
                  </a:lnTo>
                  <a:lnTo>
                    <a:pt x="4060752" y="25830"/>
                  </a:lnTo>
                  <a:lnTo>
                    <a:pt x="4024008" y="6825"/>
                  </a:lnTo>
                  <a:lnTo>
                    <a:pt x="3981704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6232" y="1718691"/>
              <a:ext cx="4145279" cy="1430020"/>
            </a:xfrm>
            <a:custGeom>
              <a:avLst/>
              <a:gdLst/>
              <a:ahLst/>
              <a:cxnLst/>
              <a:rect l="l" t="t" r="r" b="b"/>
              <a:pathLst>
                <a:path w="4145279" h="1430020">
                  <a:moveTo>
                    <a:pt x="4011803" y="0"/>
                  </a:moveTo>
                  <a:lnTo>
                    <a:pt x="132842" y="0"/>
                  </a:lnTo>
                  <a:lnTo>
                    <a:pt x="90838" y="6781"/>
                  </a:lnTo>
                  <a:lnTo>
                    <a:pt x="54370" y="25664"/>
                  </a:lnTo>
                  <a:lnTo>
                    <a:pt x="25619" y="54452"/>
                  </a:lnTo>
                  <a:lnTo>
                    <a:pt x="6768" y="90952"/>
                  </a:lnTo>
                  <a:lnTo>
                    <a:pt x="0" y="132968"/>
                  </a:lnTo>
                  <a:lnTo>
                    <a:pt x="0" y="1296797"/>
                  </a:lnTo>
                  <a:lnTo>
                    <a:pt x="6768" y="1338813"/>
                  </a:lnTo>
                  <a:lnTo>
                    <a:pt x="25619" y="1375313"/>
                  </a:lnTo>
                  <a:lnTo>
                    <a:pt x="54370" y="1404101"/>
                  </a:lnTo>
                  <a:lnTo>
                    <a:pt x="90838" y="1422984"/>
                  </a:lnTo>
                  <a:lnTo>
                    <a:pt x="132842" y="1429765"/>
                  </a:lnTo>
                  <a:lnTo>
                    <a:pt x="4011803" y="1429765"/>
                  </a:lnTo>
                  <a:lnTo>
                    <a:pt x="4053819" y="1422984"/>
                  </a:lnTo>
                  <a:lnTo>
                    <a:pt x="4090319" y="1404101"/>
                  </a:lnTo>
                  <a:lnTo>
                    <a:pt x="4119107" y="1375313"/>
                  </a:lnTo>
                  <a:lnTo>
                    <a:pt x="4137990" y="1338813"/>
                  </a:lnTo>
                  <a:lnTo>
                    <a:pt x="4144772" y="1296797"/>
                  </a:lnTo>
                  <a:lnTo>
                    <a:pt x="4144772" y="132968"/>
                  </a:lnTo>
                  <a:lnTo>
                    <a:pt x="4137990" y="90952"/>
                  </a:lnTo>
                  <a:lnTo>
                    <a:pt x="4119107" y="54452"/>
                  </a:lnTo>
                  <a:lnTo>
                    <a:pt x="4090319" y="25664"/>
                  </a:lnTo>
                  <a:lnTo>
                    <a:pt x="4053819" y="6781"/>
                  </a:lnTo>
                  <a:lnTo>
                    <a:pt x="401180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36232" y="1718691"/>
              <a:ext cx="4145279" cy="1430020"/>
            </a:xfrm>
            <a:custGeom>
              <a:avLst/>
              <a:gdLst/>
              <a:ahLst/>
              <a:cxnLst/>
              <a:rect l="l" t="t" r="r" b="b"/>
              <a:pathLst>
                <a:path w="4145279" h="1430020">
                  <a:moveTo>
                    <a:pt x="132842" y="0"/>
                  </a:moveTo>
                  <a:lnTo>
                    <a:pt x="4011803" y="0"/>
                  </a:lnTo>
                  <a:lnTo>
                    <a:pt x="4053819" y="6781"/>
                  </a:lnTo>
                  <a:lnTo>
                    <a:pt x="4090319" y="25664"/>
                  </a:lnTo>
                  <a:lnTo>
                    <a:pt x="4119107" y="54452"/>
                  </a:lnTo>
                  <a:lnTo>
                    <a:pt x="4137990" y="90952"/>
                  </a:lnTo>
                  <a:lnTo>
                    <a:pt x="4144772" y="132968"/>
                  </a:lnTo>
                  <a:lnTo>
                    <a:pt x="4144772" y="1296797"/>
                  </a:lnTo>
                  <a:lnTo>
                    <a:pt x="4137990" y="1338813"/>
                  </a:lnTo>
                  <a:lnTo>
                    <a:pt x="4119107" y="1375313"/>
                  </a:lnTo>
                  <a:lnTo>
                    <a:pt x="4090319" y="1404101"/>
                  </a:lnTo>
                  <a:lnTo>
                    <a:pt x="4053819" y="1422984"/>
                  </a:lnTo>
                  <a:lnTo>
                    <a:pt x="4011803" y="1429765"/>
                  </a:lnTo>
                  <a:lnTo>
                    <a:pt x="132842" y="1429765"/>
                  </a:lnTo>
                  <a:lnTo>
                    <a:pt x="90838" y="1422984"/>
                  </a:lnTo>
                  <a:lnTo>
                    <a:pt x="54370" y="1404101"/>
                  </a:lnTo>
                  <a:lnTo>
                    <a:pt x="25619" y="1375313"/>
                  </a:lnTo>
                  <a:lnTo>
                    <a:pt x="6768" y="1338813"/>
                  </a:lnTo>
                  <a:lnTo>
                    <a:pt x="0" y="1296797"/>
                  </a:lnTo>
                  <a:lnTo>
                    <a:pt x="0" y="132968"/>
                  </a:lnTo>
                  <a:lnTo>
                    <a:pt x="6768" y="90952"/>
                  </a:lnTo>
                  <a:lnTo>
                    <a:pt x="25619" y="54452"/>
                  </a:lnTo>
                  <a:lnTo>
                    <a:pt x="54370" y="25664"/>
                  </a:lnTo>
                  <a:lnTo>
                    <a:pt x="90838" y="6781"/>
                  </a:lnTo>
                  <a:lnTo>
                    <a:pt x="132842" y="0"/>
                  </a:lnTo>
                  <a:close/>
                </a:path>
              </a:pathLst>
            </a:custGeom>
            <a:ln w="19050">
              <a:solidFill>
                <a:srgbClr val="B47D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50895" y="4483354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10" h="944245">
                  <a:moveTo>
                    <a:pt x="2638552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7" y="944118"/>
                  </a:lnTo>
                  <a:lnTo>
                    <a:pt x="2638552" y="944118"/>
                  </a:lnTo>
                  <a:lnTo>
                    <a:pt x="2689717" y="933926"/>
                  </a:lnTo>
                  <a:lnTo>
                    <a:pt x="2733166" y="904875"/>
                  </a:lnTo>
                  <a:lnTo>
                    <a:pt x="2762218" y="861520"/>
                  </a:lnTo>
                  <a:lnTo>
                    <a:pt x="2772409" y="810260"/>
                  </a:lnTo>
                  <a:lnTo>
                    <a:pt x="2772409" y="133858"/>
                  </a:lnTo>
                  <a:lnTo>
                    <a:pt x="2765584" y="91553"/>
                  </a:lnTo>
                  <a:lnTo>
                    <a:pt x="2746579" y="54809"/>
                  </a:lnTo>
                  <a:lnTo>
                    <a:pt x="2717600" y="25830"/>
                  </a:lnTo>
                  <a:lnTo>
                    <a:pt x="2680856" y="6825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54375" y="4378833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253" y="0"/>
                  </a:moveTo>
                  <a:lnTo>
                    <a:pt x="132969" y="0"/>
                  </a:lnTo>
                  <a:lnTo>
                    <a:pt x="106890" y="2573"/>
                  </a:lnTo>
                  <a:lnTo>
                    <a:pt x="59209" y="22342"/>
                  </a:lnTo>
                  <a:lnTo>
                    <a:pt x="22395" y="59209"/>
                  </a:lnTo>
                  <a:lnTo>
                    <a:pt x="2591" y="106890"/>
                  </a:lnTo>
                  <a:lnTo>
                    <a:pt x="0" y="132968"/>
                  </a:lnTo>
                  <a:lnTo>
                    <a:pt x="0" y="830199"/>
                  </a:lnTo>
                  <a:lnTo>
                    <a:pt x="10160" y="881094"/>
                  </a:lnTo>
                  <a:lnTo>
                    <a:pt x="38988" y="924178"/>
                  </a:lnTo>
                  <a:lnTo>
                    <a:pt x="82073" y="953007"/>
                  </a:lnTo>
                  <a:lnTo>
                    <a:pt x="132969" y="963167"/>
                  </a:lnTo>
                  <a:lnTo>
                    <a:pt x="2659253" y="963167"/>
                  </a:lnTo>
                  <a:lnTo>
                    <a:pt x="2710037" y="953007"/>
                  </a:lnTo>
                  <a:lnTo>
                    <a:pt x="2753105" y="924178"/>
                  </a:lnTo>
                  <a:lnTo>
                    <a:pt x="2781982" y="881094"/>
                  </a:lnTo>
                  <a:lnTo>
                    <a:pt x="2792095" y="830199"/>
                  </a:lnTo>
                  <a:lnTo>
                    <a:pt x="2792095" y="132968"/>
                  </a:lnTo>
                  <a:lnTo>
                    <a:pt x="2781982" y="82073"/>
                  </a:lnTo>
                  <a:lnTo>
                    <a:pt x="2753105" y="38988"/>
                  </a:lnTo>
                  <a:lnTo>
                    <a:pt x="2710037" y="10112"/>
                  </a:lnTo>
                  <a:lnTo>
                    <a:pt x="265925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54375" y="4378833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969" y="0"/>
                  </a:moveTo>
                  <a:lnTo>
                    <a:pt x="2659253" y="0"/>
                  </a:lnTo>
                  <a:lnTo>
                    <a:pt x="2685258" y="2573"/>
                  </a:lnTo>
                  <a:lnTo>
                    <a:pt x="2732887" y="22342"/>
                  </a:lnTo>
                  <a:lnTo>
                    <a:pt x="2769752" y="59209"/>
                  </a:lnTo>
                  <a:lnTo>
                    <a:pt x="2789521" y="106890"/>
                  </a:lnTo>
                  <a:lnTo>
                    <a:pt x="2792095" y="132968"/>
                  </a:lnTo>
                  <a:lnTo>
                    <a:pt x="2792095" y="830199"/>
                  </a:lnTo>
                  <a:lnTo>
                    <a:pt x="2781982" y="881094"/>
                  </a:lnTo>
                  <a:lnTo>
                    <a:pt x="2753105" y="924178"/>
                  </a:lnTo>
                  <a:lnTo>
                    <a:pt x="2710037" y="953007"/>
                  </a:lnTo>
                  <a:lnTo>
                    <a:pt x="2659253" y="963167"/>
                  </a:lnTo>
                  <a:lnTo>
                    <a:pt x="132969" y="963167"/>
                  </a:lnTo>
                  <a:lnTo>
                    <a:pt x="82073" y="953007"/>
                  </a:lnTo>
                  <a:lnTo>
                    <a:pt x="38988" y="924178"/>
                  </a:lnTo>
                  <a:lnTo>
                    <a:pt x="10160" y="881094"/>
                  </a:lnTo>
                  <a:lnTo>
                    <a:pt x="0" y="830199"/>
                  </a:lnTo>
                  <a:lnTo>
                    <a:pt x="0" y="132968"/>
                  </a:lnTo>
                  <a:lnTo>
                    <a:pt x="10160" y="82073"/>
                  </a:lnTo>
                  <a:lnTo>
                    <a:pt x="38988" y="38988"/>
                  </a:lnTo>
                  <a:lnTo>
                    <a:pt x="82073" y="10112"/>
                  </a:lnTo>
                  <a:lnTo>
                    <a:pt x="132969" y="0"/>
                  </a:lnTo>
                  <a:close/>
                </a:path>
              </a:pathLst>
            </a:custGeom>
            <a:ln w="19050">
              <a:solidFill>
                <a:srgbClr val="DBA9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05550" y="4483354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552" y="0"/>
                  </a:moveTo>
                  <a:lnTo>
                    <a:pt x="133858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8" y="944118"/>
                  </a:lnTo>
                  <a:lnTo>
                    <a:pt x="2638552" y="944118"/>
                  </a:lnTo>
                  <a:lnTo>
                    <a:pt x="2689812" y="933926"/>
                  </a:lnTo>
                  <a:lnTo>
                    <a:pt x="2733167" y="904875"/>
                  </a:lnTo>
                  <a:lnTo>
                    <a:pt x="2762218" y="861520"/>
                  </a:lnTo>
                  <a:lnTo>
                    <a:pt x="2772409" y="810260"/>
                  </a:lnTo>
                  <a:lnTo>
                    <a:pt x="2772409" y="133858"/>
                  </a:lnTo>
                  <a:lnTo>
                    <a:pt x="2765584" y="91553"/>
                  </a:lnTo>
                  <a:lnTo>
                    <a:pt x="2746579" y="54809"/>
                  </a:lnTo>
                  <a:lnTo>
                    <a:pt x="2717600" y="25830"/>
                  </a:lnTo>
                  <a:lnTo>
                    <a:pt x="2680856" y="6825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09157" y="4378833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125" y="0"/>
                  </a:moveTo>
                  <a:lnTo>
                    <a:pt x="132841" y="0"/>
                  </a:lnTo>
                  <a:lnTo>
                    <a:pt x="106763" y="2573"/>
                  </a:lnTo>
                  <a:lnTo>
                    <a:pt x="59082" y="22342"/>
                  </a:lnTo>
                  <a:lnTo>
                    <a:pt x="22288" y="59209"/>
                  </a:lnTo>
                  <a:lnTo>
                    <a:pt x="2571" y="106890"/>
                  </a:lnTo>
                  <a:lnTo>
                    <a:pt x="0" y="132968"/>
                  </a:lnTo>
                  <a:lnTo>
                    <a:pt x="0" y="830199"/>
                  </a:lnTo>
                  <a:lnTo>
                    <a:pt x="10096" y="881094"/>
                  </a:lnTo>
                  <a:lnTo>
                    <a:pt x="38862" y="924178"/>
                  </a:lnTo>
                  <a:lnTo>
                    <a:pt x="81946" y="953007"/>
                  </a:lnTo>
                  <a:lnTo>
                    <a:pt x="132841" y="963167"/>
                  </a:lnTo>
                  <a:lnTo>
                    <a:pt x="2659125" y="963167"/>
                  </a:lnTo>
                  <a:lnTo>
                    <a:pt x="2709925" y="953007"/>
                  </a:lnTo>
                  <a:lnTo>
                    <a:pt x="2753106" y="924178"/>
                  </a:lnTo>
                  <a:lnTo>
                    <a:pt x="2781871" y="881094"/>
                  </a:lnTo>
                  <a:lnTo>
                    <a:pt x="2791967" y="830199"/>
                  </a:lnTo>
                  <a:lnTo>
                    <a:pt x="2791967" y="132968"/>
                  </a:lnTo>
                  <a:lnTo>
                    <a:pt x="2781871" y="82073"/>
                  </a:lnTo>
                  <a:lnTo>
                    <a:pt x="2753106" y="38988"/>
                  </a:lnTo>
                  <a:lnTo>
                    <a:pt x="2709925" y="10112"/>
                  </a:lnTo>
                  <a:lnTo>
                    <a:pt x="2659125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09157" y="4378833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841" y="0"/>
                  </a:moveTo>
                  <a:lnTo>
                    <a:pt x="2659125" y="0"/>
                  </a:lnTo>
                  <a:lnTo>
                    <a:pt x="2685133" y="2573"/>
                  </a:lnTo>
                  <a:lnTo>
                    <a:pt x="2732813" y="22342"/>
                  </a:lnTo>
                  <a:lnTo>
                    <a:pt x="2769679" y="59209"/>
                  </a:lnTo>
                  <a:lnTo>
                    <a:pt x="2789396" y="106890"/>
                  </a:lnTo>
                  <a:lnTo>
                    <a:pt x="2791967" y="132968"/>
                  </a:lnTo>
                  <a:lnTo>
                    <a:pt x="2791967" y="830199"/>
                  </a:lnTo>
                  <a:lnTo>
                    <a:pt x="2781871" y="881094"/>
                  </a:lnTo>
                  <a:lnTo>
                    <a:pt x="2753106" y="924178"/>
                  </a:lnTo>
                  <a:lnTo>
                    <a:pt x="2709925" y="953007"/>
                  </a:lnTo>
                  <a:lnTo>
                    <a:pt x="2659125" y="963167"/>
                  </a:lnTo>
                  <a:lnTo>
                    <a:pt x="132841" y="963167"/>
                  </a:lnTo>
                  <a:lnTo>
                    <a:pt x="81946" y="953007"/>
                  </a:lnTo>
                  <a:lnTo>
                    <a:pt x="38862" y="924178"/>
                  </a:lnTo>
                  <a:lnTo>
                    <a:pt x="10096" y="881094"/>
                  </a:lnTo>
                  <a:lnTo>
                    <a:pt x="0" y="830199"/>
                  </a:lnTo>
                  <a:lnTo>
                    <a:pt x="0" y="132968"/>
                  </a:lnTo>
                  <a:lnTo>
                    <a:pt x="10096" y="82073"/>
                  </a:lnTo>
                  <a:lnTo>
                    <a:pt x="38862" y="38988"/>
                  </a:lnTo>
                  <a:lnTo>
                    <a:pt x="81946" y="10112"/>
                  </a:lnTo>
                  <a:lnTo>
                    <a:pt x="132841" y="0"/>
                  </a:lnTo>
                  <a:close/>
                </a:path>
              </a:pathLst>
            </a:custGeom>
            <a:ln w="19050">
              <a:solidFill>
                <a:srgbClr val="DBA9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161266" y="4483354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551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7" y="944118"/>
                  </a:lnTo>
                  <a:lnTo>
                    <a:pt x="2638551" y="944118"/>
                  </a:lnTo>
                  <a:lnTo>
                    <a:pt x="2689717" y="933926"/>
                  </a:lnTo>
                  <a:lnTo>
                    <a:pt x="2733166" y="904875"/>
                  </a:lnTo>
                  <a:lnTo>
                    <a:pt x="2762218" y="861520"/>
                  </a:lnTo>
                  <a:lnTo>
                    <a:pt x="2772410" y="810260"/>
                  </a:lnTo>
                  <a:lnTo>
                    <a:pt x="2772410" y="133858"/>
                  </a:lnTo>
                  <a:lnTo>
                    <a:pt x="2765584" y="91553"/>
                  </a:lnTo>
                  <a:lnTo>
                    <a:pt x="2746579" y="54809"/>
                  </a:lnTo>
                  <a:lnTo>
                    <a:pt x="2717600" y="25830"/>
                  </a:lnTo>
                  <a:lnTo>
                    <a:pt x="2680856" y="6825"/>
                  </a:lnTo>
                  <a:lnTo>
                    <a:pt x="2638551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64745" y="4378833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4" h="963295">
                  <a:moveTo>
                    <a:pt x="2659125" y="0"/>
                  </a:moveTo>
                  <a:lnTo>
                    <a:pt x="132969" y="0"/>
                  </a:lnTo>
                  <a:lnTo>
                    <a:pt x="106890" y="2573"/>
                  </a:lnTo>
                  <a:lnTo>
                    <a:pt x="59209" y="22342"/>
                  </a:lnTo>
                  <a:lnTo>
                    <a:pt x="22395" y="59209"/>
                  </a:lnTo>
                  <a:lnTo>
                    <a:pt x="2591" y="106890"/>
                  </a:lnTo>
                  <a:lnTo>
                    <a:pt x="0" y="132968"/>
                  </a:lnTo>
                  <a:lnTo>
                    <a:pt x="0" y="830199"/>
                  </a:lnTo>
                  <a:lnTo>
                    <a:pt x="10160" y="881094"/>
                  </a:lnTo>
                  <a:lnTo>
                    <a:pt x="38988" y="924178"/>
                  </a:lnTo>
                  <a:lnTo>
                    <a:pt x="82073" y="953007"/>
                  </a:lnTo>
                  <a:lnTo>
                    <a:pt x="132969" y="963167"/>
                  </a:lnTo>
                  <a:lnTo>
                    <a:pt x="2659125" y="963167"/>
                  </a:lnTo>
                  <a:lnTo>
                    <a:pt x="2710021" y="953007"/>
                  </a:lnTo>
                  <a:lnTo>
                    <a:pt x="2753105" y="924178"/>
                  </a:lnTo>
                  <a:lnTo>
                    <a:pt x="2781982" y="881094"/>
                  </a:lnTo>
                  <a:lnTo>
                    <a:pt x="2792094" y="830199"/>
                  </a:lnTo>
                  <a:lnTo>
                    <a:pt x="2792094" y="132968"/>
                  </a:lnTo>
                  <a:lnTo>
                    <a:pt x="2781982" y="82073"/>
                  </a:lnTo>
                  <a:lnTo>
                    <a:pt x="2753105" y="38988"/>
                  </a:lnTo>
                  <a:lnTo>
                    <a:pt x="2710021" y="10112"/>
                  </a:lnTo>
                  <a:lnTo>
                    <a:pt x="2659125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064745" y="4378833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4" h="963295">
                  <a:moveTo>
                    <a:pt x="132969" y="0"/>
                  </a:moveTo>
                  <a:lnTo>
                    <a:pt x="2659125" y="0"/>
                  </a:lnTo>
                  <a:lnTo>
                    <a:pt x="2685204" y="2573"/>
                  </a:lnTo>
                  <a:lnTo>
                    <a:pt x="2732885" y="22342"/>
                  </a:lnTo>
                  <a:lnTo>
                    <a:pt x="2769752" y="59209"/>
                  </a:lnTo>
                  <a:lnTo>
                    <a:pt x="2789521" y="106890"/>
                  </a:lnTo>
                  <a:lnTo>
                    <a:pt x="2792094" y="132968"/>
                  </a:lnTo>
                  <a:lnTo>
                    <a:pt x="2792094" y="830199"/>
                  </a:lnTo>
                  <a:lnTo>
                    <a:pt x="2781982" y="881094"/>
                  </a:lnTo>
                  <a:lnTo>
                    <a:pt x="2753105" y="924178"/>
                  </a:lnTo>
                  <a:lnTo>
                    <a:pt x="2710021" y="953007"/>
                  </a:lnTo>
                  <a:lnTo>
                    <a:pt x="2659125" y="963167"/>
                  </a:lnTo>
                  <a:lnTo>
                    <a:pt x="132969" y="963167"/>
                  </a:lnTo>
                  <a:lnTo>
                    <a:pt x="82073" y="953007"/>
                  </a:lnTo>
                  <a:lnTo>
                    <a:pt x="38988" y="924178"/>
                  </a:lnTo>
                  <a:lnTo>
                    <a:pt x="10160" y="881094"/>
                  </a:lnTo>
                  <a:lnTo>
                    <a:pt x="0" y="830199"/>
                  </a:lnTo>
                  <a:lnTo>
                    <a:pt x="0" y="132968"/>
                  </a:lnTo>
                  <a:lnTo>
                    <a:pt x="10159" y="82073"/>
                  </a:lnTo>
                  <a:lnTo>
                    <a:pt x="38988" y="38988"/>
                  </a:lnTo>
                  <a:lnTo>
                    <a:pt x="82073" y="10112"/>
                  </a:lnTo>
                  <a:lnTo>
                    <a:pt x="132969" y="0"/>
                  </a:lnTo>
                  <a:close/>
                </a:path>
              </a:pathLst>
            </a:custGeom>
            <a:ln w="19050">
              <a:solidFill>
                <a:srgbClr val="DBA9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50895" y="6315837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10" h="944245">
                  <a:moveTo>
                    <a:pt x="2638552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7" y="944118"/>
                  </a:lnTo>
                  <a:lnTo>
                    <a:pt x="2638552" y="944118"/>
                  </a:lnTo>
                  <a:lnTo>
                    <a:pt x="2689717" y="933942"/>
                  </a:lnTo>
                  <a:lnTo>
                    <a:pt x="2733166" y="905001"/>
                  </a:lnTo>
                  <a:lnTo>
                    <a:pt x="2762218" y="861536"/>
                  </a:lnTo>
                  <a:lnTo>
                    <a:pt x="2772409" y="810260"/>
                  </a:lnTo>
                  <a:lnTo>
                    <a:pt x="2772409" y="133858"/>
                  </a:lnTo>
                  <a:lnTo>
                    <a:pt x="2765584" y="91553"/>
                  </a:lnTo>
                  <a:lnTo>
                    <a:pt x="2746579" y="54809"/>
                  </a:lnTo>
                  <a:lnTo>
                    <a:pt x="2717600" y="25830"/>
                  </a:lnTo>
                  <a:lnTo>
                    <a:pt x="2680856" y="6825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54375" y="6211316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253" y="0"/>
                  </a:moveTo>
                  <a:lnTo>
                    <a:pt x="132969" y="0"/>
                  </a:lnTo>
                  <a:lnTo>
                    <a:pt x="106890" y="2591"/>
                  </a:lnTo>
                  <a:lnTo>
                    <a:pt x="59209" y="22395"/>
                  </a:lnTo>
                  <a:lnTo>
                    <a:pt x="22395" y="59209"/>
                  </a:lnTo>
                  <a:lnTo>
                    <a:pt x="2591" y="106890"/>
                  </a:lnTo>
                  <a:lnTo>
                    <a:pt x="0" y="132969"/>
                  </a:lnTo>
                  <a:lnTo>
                    <a:pt x="0" y="830199"/>
                  </a:lnTo>
                  <a:lnTo>
                    <a:pt x="10160" y="881094"/>
                  </a:lnTo>
                  <a:lnTo>
                    <a:pt x="38988" y="924179"/>
                  </a:lnTo>
                  <a:lnTo>
                    <a:pt x="82073" y="953008"/>
                  </a:lnTo>
                  <a:lnTo>
                    <a:pt x="132969" y="963168"/>
                  </a:lnTo>
                  <a:lnTo>
                    <a:pt x="2659253" y="963168"/>
                  </a:lnTo>
                  <a:lnTo>
                    <a:pt x="2710037" y="953008"/>
                  </a:lnTo>
                  <a:lnTo>
                    <a:pt x="2753105" y="924179"/>
                  </a:lnTo>
                  <a:lnTo>
                    <a:pt x="2781982" y="881094"/>
                  </a:lnTo>
                  <a:lnTo>
                    <a:pt x="2792095" y="830199"/>
                  </a:lnTo>
                  <a:lnTo>
                    <a:pt x="2792095" y="132969"/>
                  </a:lnTo>
                  <a:lnTo>
                    <a:pt x="2781982" y="82073"/>
                  </a:lnTo>
                  <a:lnTo>
                    <a:pt x="2753105" y="38988"/>
                  </a:lnTo>
                  <a:lnTo>
                    <a:pt x="2710037" y="10160"/>
                  </a:lnTo>
                  <a:lnTo>
                    <a:pt x="265925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254375" y="6211316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969" y="0"/>
                  </a:moveTo>
                  <a:lnTo>
                    <a:pt x="2659253" y="0"/>
                  </a:lnTo>
                  <a:lnTo>
                    <a:pt x="2685258" y="2591"/>
                  </a:lnTo>
                  <a:lnTo>
                    <a:pt x="2732887" y="22395"/>
                  </a:lnTo>
                  <a:lnTo>
                    <a:pt x="2769752" y="59209"/>
                  </a:lnTo>
                  <a:lnTo>
                    <a:pt x="2789521" y="106890"/>
                  </a:lnTo>
                  <a:lnTo>
                    <a:pt x="2792095" y="132969"/>
                  </a:lnTo>
                  <a:lnTo>
                    <a:pt x="2792095" y="830199"/>
                  </a:lnTo>
                  <a:lnTo>
                    <a:pt x="2781982" y="881094"/>
                  </a:lnTo>
                  <a:lnTo>
                    <a:pt x="2753105" y="924179"/>
                  </a:lnTo>
                  <a:lnTo>
                    <a:pt x="2710037" y="953008"/>
                  </a:lnTo>
                  <a:lnTo>
                    <a:pt x="2659253" y="963168"/>
                  </a:lnTo>
                  <a:lnTo>
                    <a:pt x="132969" y="963168"/>
                  </a:lnTo>
                  <a:lnTo>
                    <a:pt x="82073" y="953008"/>
                  </a:lnTo>
                  <a:lnTo>
                    <a:pt x="38988" y="924179"/>
                  </a:lnTo>
                  <a:lnTo>
                    <a:pt x="10160" y="881094"/>
                  </a:lnTo>
                  <a:lnTo>
                    <a:pt x="0" y="830199"/>
                  </a:lnTo>
                  <a:lnTo>
                    <a:pt x="0" y="132969"/>
                  </a:lnTo>
                  <a:lnTo>
                    <a:pt x="10160" y="82073"/>
                  </a:lnTo>
                  <a:lnTo>
                    <a:pt x="38988" y="38988"/>
                  </a:lnTo>
                  <a:lnTo>
                    <a:pt x="82073" y="10160"/>
                  </a:lnTo>
                  <a:lnTo>
                    <a:pt x="132969" y="0"/>
                  </a:lnTo>
                  <a:close/>
                </a:path>
              </a:pathLst>
            </a:custGeom>
            <a:ln w="19050">
              <a:solidFill>
                <a:srgbClr val="70B6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05550" y="6315837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552" y="0"/>
                  </a:moveTo>
                  <a:lnTo>
                    <a:pt x="133858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8" y="944118"/>
                  </a:lnTo>
                  <a:lnTo>
                    <a:pt x="2638552" y="944118"/>
                  </a:lnTo>
                  <a:lnTo>
                    <a:pt x="2689812" y="933942"/>
                  </a:lnTo>
                  <a:lnTo>
                    <a:pt x="2733167" y="905001"/>
                  </a:lnTo>
                  <a:lnTo>
                    <a:pt x="2762218" y="861536"/>
                  </a:lnTo>
                  <a:lnTo>
                    <a:pt x="2772409" y="810260"/>
                  </a:lnTo>
                  <a:lnTo>
                    <a:pt x="2772409" y="133858"/>
                  </a:lnTo>
                  <a:lnTo>
                    <a:pt x="2765584" y="91553"/>
                  </a:lnTo>
                  <a:lnTo>
                    <a:pt x="2746579" y="54809"/>
                  </a:lnTo>
                  <a:lnTo>
                    <a:pt x="2717600" y="25830"/>
                  </a:lnTo>
                  <a:lnTo>
                    <a:pt x="2680856" y="6825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9157" y="6211316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125" y="0"/>
                  </a:moveTo>
                  <a:lnTo>
                    <a:pt x="132841" y="0"/>
                  </a:lnTo>
                  <a:lnTo>
                    <a:pt x="106763" y="2591"/>
                  </a:lnTo>
                  <a:lnTo>
                    <a:pt x="59082" y="22395"/>
                  </a:lnTo>
                  <a:lnTo>
                    <a:pt x="22288" y="59209"/>
                  </a:lnTo>
                  <a:lnTo>
                    <a:pt x="2571" y="106890"/>
                  </a:lnTo>
                  <a:lnTo>
                    <a:pt x="0" y="132969"/>
                  </a:lnTo>
                  <a:lnTo>
                    <a:pt x="0" y="830199"/>
                  </a:lnTo>
                  <a:lnTo>
                    <a:pt x="10096" y="881094"/>
                  </a:lnTo>
                  <a:lnTo>
                    <a:pt x="38862" y="924179"/>
                  </a:lnTo>
                  <a:lnTo>
                    <a:pt x="81946" y="953008"/>
                  </a:lnTo>
                  <a:lnTo>
                    <a:pt x="132841" y="963168"/>
                  </a:lnTo>
                  <a:lnTo>
                    <a:pt x="2659125" y="963168"/>
                  </a:lnTo>
                  <a:lnTo>
                    <a:pt x="2709925" y="953008"/>
                  </a:lnTo>
                  <a:lnTo>
                    <a:pt x="2753106" y="924179"/>
                  </a:lnTo>
                  <a:lnTo>
                    <a:pt x="2781871" y="881094"/>
                  </a:lnTo>
                  <a:lnTo>
                    <a:pt x="2791967" y="830199"/>
                  </a:lnTo>
                  <a:lnTo>
                    <a:pt x="2791967" y="132969"/>
                  </a:lnTo>
                  <a:lnTo>
                    <a:pt x="2781871" y="82073"/>
                  </a:lnTo>
                  <a:lnTo>
                    <a:pt x="2753106" y="38988"/>
                  </a:lnTo>
                  <a:lnTo>
                    <a:pt x="2709925" y="10160"/>
                  </a:lnTo>
                  <a:lnTo>
                    <a:pt x="2659125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9157" y="6211316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841" y="0"/>
                  </a:moveTo>
                  <a:lnTo>
                    <a:pt x="2659125" y="0"/>
                  </a:lnTo>
                  <a:lnTo>
                    <a:pt x="2685133" y="2591"/>
                  </a:lnTo>
                  <a:lnTo>
                    <a:pt x="2732813" y="22395"/>
                  </a:lnTo>
                  <a:lnTo>
                    <a:pt x="2769679" y="59209"/>
                  </a:lnTo>
                  <a:lnTo>
                    <a:pt x="2789396" y="106890"/>
                  </a:lnTo>
                  <a:lnTo>
                    <a:pt x="2791967" y="132969"/>
                  </a:lnTo>
                  <a:lnTo>
                    <a:pt x="2791967" y="830199"/>
                  </a:lnTo>
                  <a:lnTo>
                    <a:pt x="2781871" y="881094"/>
                  </a:lnTo>
                  <a:lnTo>
                    <a:pt x="2753106" y="924179"/>
                  </a:lnTo>
                  <a:lnTo>
                    <a:pt x="2709925" y="953008"/>
                  </a:lnTo>
                  <a:lnTo>
                    <a:pt x="2659125" y="963168"/>
                  </a:lnTo>
                  <a:lnTo>
                    <a:pt x="132841" y="963168"/>
                  </a:lnTo>
                  <a:lnTo>
                    <a:pt x="81946" y="953008"/>
                  </a:lnTo>
                  <a:lnTo>
                    <a:pt x="38862" y="924179"/>
                  </a:lnTo>
                  <a:lnTo>
                    <a:pt x="10096" y="881094"/>
                  </a:lnTo>
                  <a:lnTo>
                    <a:pt x="0" y="830199"/>
                  </a:lnTo>
                  <a:lnTo>
                    <a:pt x="0" y="132969"/>
                  </a:lnTo>
                  <a:lnTo>
                    <a:pt x="10096" y="82073"/>
                  </a:lnTo>
                  <a:lnTo>
                    <a:pt x="38862" y="38988"/>
                  </a:lnTo>
                  <a:lnTo>
                    <a:pt x="81946" y="10160"/>
                  </a:lnTo>
                  <a:lnTo>
                    <a:pt x="132841" y="0"/>
                  </a:lnTo>
                  <a:close/>
                </a:path>
              </a:pathLst>
            </a:custGeom>
            <a:ln w="19049">
              <a:solidFill>
                <a:srgbClr val="70B6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200890" y="6346062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552" y="0"/>
                  </a:moveTo>
                  <a:lnTo>
                    <a:pt x="133857" y="0"/>
                  </a:lnTo>
                  <a:lnTo>
                    <a:pt x="91553" y="6824"/>
                  </a:lnTo>
                  <a:lnTo>
                    <a:pt x="54809" y="25822"/>
                  </a:lnTo>
                  <a:lnTo>
                    <a:pt x="25830" y="54781"/>
                  </a:lnTo>
                  <a:lnTo>
                    <a:pt x="6825" y="91488"/>
                  </a:lnTo>
                  <a:lnTo>
                    <a:pt x="0" y="133731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7" y="944118"/>
                  </a:lnTo>
                  <a:lnTo>
                    <a:pt x="2638552" y="944118"/>
                  </a:lnTo>
                  <a:lnTo>
                    <a:pt x="2689812" y="933926"/>
                  </a:lnTo>
                  <a:lnTo>
                    <a:pt x="2733167" y="904875"/>
                  </a:lnTo>
                  <a:lnTo>
                    <a:pt x="2762218" y="861425"/>
                  </a:lnTo>
                  <a:lnTo>
                    <a:pt x="2772409" y="810260"/>
                  </a:lnTo>
                  <a:lnTo>
                    <a:pt x="2772409" y="133731"/>
                  </a:lnTo>
                  <a:lnTo>
                    <a:pt x="2765584" y="91488"/>
                  </a:lnTo>
                  <a:lnTo>
                    <a:pt x="2746579" y="54781"/>
                  </a:lnTo>
                  <a:lnTo>
                    <a:pt x="2717600" y="25822"/>
                  </a:lnTo>
                  <a:lnTo>
                    <a:pt x="2680856" y="6824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104496" y="6241542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4" h="963295">
                  <a:moveTo>
                    <a:pt x="2659126" y="0"/>
                  </a:moveTo>
                  <a:lnTo>
                    <a:pt x="132842" y="0"/>
                  </a:lnTo>
                  <a:lnTo>
                    <a:pt x="106816" y="2571"/>
                  </a:lnTo>
                  <a:lnTo>
                    <a:pt x="59100" y="22288"/>
                  </a:lnTo>
                  <a:lnTo>
                    <a:pt x="22288" y="59100"/>
                  </a:lnTo>
                  <a:lnTo>
                    <a:pt x="2571" y="106816"/>
                  </a:lnTo>
                  <a:lnTo>
                    <a:pt x="0" y="132842"/>
                  </a:lnTo>
                  <a:lnTo>
                    <a:pt x="0" y="830199"/>
                  </a:lnTo>
                  <a:lnTo>
                    <a:pt x="10096" y="880999"/>
                  </a:lnTo>
                  <a:lnTo>
                    <a:pt x="38861" y="924179"/>
                  </a:lnTo>
                  <a:lnTo>
                    <a:pt x="81994" y="952944"/>
                  </a:lnTo>
                  <a:lnTo>
                    <a:pt x="132842" y="963041"/>
                  </a:lnTo>
                  <a:lnTo>
                    <a:pt x="2659126" y="963041"/>
                  </a:lnTo>
                  <a:lnTo>
                    <a:pt x="2709926" y="952944"/>
                  </a:lnTo>
                  <a:lnTo>
                    <a:pt x="2753106" y="924179"/>
                  </a:lnTo>
                  <a:lnTo>
                    <a:pt x="2781871" y="880999"/>
                  </a:lnTo>
                  <a:lnTo>
                    <a:pt x="2791968" y="830199"/>
                  </a:lnTo>
                  <a:lnTo>
                    <a:pt x="2791968" y="132842"/>
                  </a:lnTo>
                  <a:lnTo>
                    <a:pt x="2781871" y="81994"/>
                  </a:lnTo>
                  <a:lnTo>
                    <a:pt x="2753106" y="38862"/>
                  </a:lnTo>
                  <a:lnTo>
                    <a:pt x="2709926" y="10096"/>
                  </a:lnTo>
                  <a:lnTo>
                    <a:pt x="265912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104496" y="6241542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4" h="963295">
                  <a:moveTo>
                    <a:pt x="132842" y="0"/>
                  </a:moveTo>
                  <a:lnTo>
                    <a:pt x="2659126" y="0"/>
                  </a:lnTo>
                  <a:lnTo>
                    <a:pt x="2685133" y="2571"/>
                  </a:lnTo>
                  <a:lnTo>
                    <a:pt x="2732813" y="22288"/>
                  </a:lnTo>
                  <a:lnTo>
                    <a:pt x="2769679" y="59100"/>
                  </a:lnTo>
                  <a:lnTo>
                    <a:pt x="2789396" y="106816"/>
                  </a:lnTo>
                  <a:lnTo>
                    <a:pt x="2791968" y="132842"/>
                  </a:lnTo>
                  <a:lnTo>
                    <a:pt x="2791968" y="830199"/>
                  </a:lnTo>
                  <a:lnTo>
                    <a:pt x="2781871" y="880999"/>
                  </a:lnTo>
                  <a:lnTo>
                    <a:pt x="2753106" y="924179"/>
                  </a:lnTo>
                  <a:lnTo>
                    <a:pt x="2709926" y="952944"/>
                  </a:lnTo>
                  <a:lnTo>
                    <a:pt x="2659126" y="963041"/>
                  </a:lnTo>
                  <a:lnTo>
                    <a:pt x="132842" y="963041"/>
                  </a:lnTo>
                  <a:lnTo>
                    <a:pt x="81994" y="952944"/>
                  </a:lnTo>
                  <a:lnTo>
                    <a:pt x="38861" y="924179"/>
                  </a:lnTo>
                  <a:lnTo>
                    <a:pt x="10096" y="880999"/>
                  </a:lnTo>
                  <a:lnTo>
                    <a:pt x="0" y="830199"/>
                  </a:lnTo>
                  <a:lnTo>
                    <a:pt x="0" y="132842"/>
                  </a:lnTo>
                  <a:lnTo>
                    <a:pt x="10096" y="81994"/>
                  </a:lnTo>
                  <a:lnTo>
                    <a:pt x="38861" y="38862"/>
                  </a:lnTo>
                  <a:lnTo>
                    <a:pt x="81994" y="10096"/>
                  </a:lnTo>
                  <a:lnTo>
                    <a:pt x="132842" y="0"/>
                  </a:lnTo>
                  <a:close/>
                </a:path>
              </a:pathLst>
            </a:custGeom>
            <a:ln w="19050">
              <a:solidFill>
                <a:srgbClr val="70B6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227832" y="8200135"/>
            <a:ext cx="2878455" cy="1046480"/>
            <a:chOff x="3227832" y="8200135"/>
            <a:chExt cx="2878455" cy="1046480"/>
          </a:xfrm>
        </p:grpSpPr>
        <p:sp>
          <p:nvSpPr>
            <p:cNvPr id="30" name="object 30"/>
            <p:cNvSpPr/>
            <p:nvPr/>
          </p:nvSpPr>
          <p:spPr>
            <a:xfrm>
              <a:off x="3333496" y="8302243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10" h="944245">
                  <a:moveTo>
                    <a:pt x="2638552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7"/>
                  </a:lnTo>
                  <a:lnTo>
                    <a:pt x="0" y="810310"/>
                  </a:lnTo>
                  <a:lnTo>
                    <a:pt x="6825" y="852606"/>
                  </a:lnTo>
                  <a:lnTo>
                    <a:pt x="25830" y="889340"/>
                  </a:lnTo>
                  <a:lnTo>
                    <a:pt x="54809" y="918309"/>
                  </a:lnTo>
                  <a:lnTo>
                    <a:pt x="91553" y="937307"/>
                  </a:lnTo>
                  <a:lnTo>
                    <a:pt x="133857" y="944130"/>
                  </a:lnTo>
                  <a:lnTo>
                    <a:pt x="2638552" y="944130"/>
                  </a:lnTo>
                  <a:lnTo>
                    <a:pt x="2689717" y="933945"/>
                  </a:lnTo>
                  <a:lnTo>
                    <a:pt x="2733166" y="904938"/>
                  </a:lnTo>
                  <a:lnTo>
                    <a:pt x="2762218" y="861525"/>
                  </a:lnTo>
                  <a:lnTo>
                    <a:pt x="2772409" y="810310"/>
                  </a:lnTo>
                  <a:lnTo>
                    <a:pt x="2772409" y="133857"/>
                  </a:lnTo>
                  <a:lnTo>
                    <a:pt x="2765584" y="91553"/>
                  </a:lnTo>
                  <a:lnTo>
                    <a:pt x="2746579" y="54809"/>
                  </a:lnTo>
                  <a:lnTo>
                    <a:pt x="2717600" y="25830"/>
                  </a:lnTo>
                  <a:lnTo>
                    <a:pt x="2680856" y="6825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37357" y="8209660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126" y="0"/>
                  </a:moveTo>
                  <a:lnTo>
                    <a:pt x="132842" y="0"/>
                  </a:lnTo>
                  <a:lnTo>
                    <a:pt x="106763" y="2573"/>
                  </a:lnTo>
                  <a:lnTo>
                    <a:pt x="59082" y="22342"/>
                  </a:lnTo>
                  <a:lnTo>
                    <a:pt x="22288" y="59209"/>
                  </a:lnTo>
                  <a:lnTo>
                    <a:pt x="2571" y="106890"/>
                  </a:lnTo>
                  <a:lnTo>
                    <a:pt x="0" y="132968"/>
                  </a:lnTo>
                  <a:lnTo>
                    <a:pt x="0" y="830224"/>
                  </a:lnTo>
                  <a:lnTo>
                    <a:pt x="10096" y="881073"/>
                  </a:lnTo>
                  <a:lnTo>
                    <a:pt x="38862" y="924178"/>
                  </a:lnTo>
                  <a:lnTo>
                    <a:pt x="81946" y="952990"/>
                  </a:lnTo>
                  <a:lnTo>
                    <a:pt x="132842" y="963104"/>
                  </a:lnTo>
                  <a:lnTo>
                    <a:pt x="2659126" y="963104"/>
                  </a:lnTo>
                  <a:lnTo>
                    <a:pt x="2709926" y="952990"/>
                  </a:lnTo>
                  <a:lnTo>
                    <a:pt x="2753106" y="924178"/>
                  </a:lnTo>
                  <a:lnTo>
                    <a:pt x="2781871" y="881073"/>
                  </a:lnTo>
                  <a:lnTo>
                    <a:pt x="2791968" y="830224"/>
                  </a:lnTo>
                  <a:lnTo>
                    <a:pt x="2791968" y="132968"/>
                  </a:lnTo>
                  <a:lnTo>
                    <a:pt x="2781871" y="82073"/>
                  </a:lnTo>
                  <a:lnTo>
                    <a:pt x="2753106" y="38988"/>
                  </a:lnTo>
                  <a:lnTo>
                    <a:pt x="2709926" y="10112"/>
                  </a:lnTo>
                  <a:lnTo>
                    <a:pt x="265912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37357" y="8209660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842" y="0"/>
                  </a:moveTo>
                  <a:lnTo>
                    <a:pt x="2659126" y="0"/>
                  </a:lnTo>
                  <a:lnTo>
                    <a:pt x="2685133" y="2573"/>
                  </a:lnTo>
                  <a:lnTo>
                    <a:pt x="2732813" y="22342"/>
                  </a:lnTo>
                  <a:lnTo>
                    <a:pt x="2769679" y="59209"/>
                  </a:lnTo>
                  <a:lnTo>
                    <a:pt x="2789396" y="106890"/>
                  </a:lnTo>
                  <a:lnTo>
                    <a:pt x="2791968" y="132968"/>
                  </a:lnTo>
                  <a:lnTo>
                    <a:pt x="2791968" y="830224"/>
                  </a:lnTo>
                  <a:lnTo>
                    <a:pt x="2781871" y="881073"/>
                  </a:lnTo>
                  <a:lnTo>
                    <a:pt x="2753106" y="924178"/>
                  </a:lnTo>
                  <a:lnTo>
                    <a:pt x="2709926" y="952990"/>
                  </a:lnTo>
                  <a:lnTo>
                    <a:pt x="2659126" y="963104"/>
                  </a:lnTo>
                  <a:lnTo>
                    <a:pt x="132842" y="963104"/>
                  </a:lnTo>
                  <a:lnTo>
                    <a:pt x="81946" y="952990"/>
                  </a:lnTo>
                  <a:lnTo>
                    <a:pt x="38862" y="924178"/>
                  </a:lnTo>
                  <a:lnTo>
                    <a:pt x="10096" y="881073"/>
                  </a:lnTo>
                  <a:lnTo>
                    <a:pt x="0" y="830224"/>
                  </a:lnTo>
                  <a:lnTo>
                    <a:pt x="0" y="132968"/>
                  </a:lnTo>
                  <a:lnTo>
                    <a:pt x="10096" y="82073"/>
                  </a:lnTo>
                  <a:lnTo>
                    <a:pt x="38862" y="38988"/>
                  </a:lnTo>
                  <a:lnTo>
                    <a:pt x="81946" y="10112"/>
                  </a:lnTo>
                  <a:lnTo>
                    <a:pt x="132842" y="0"/>
                  </a:lnTo>
                  <a:close/>
                </a:path>
              </a:pathLst>
            </a:custGeom>
            <a:ln w="19050">
              <a:solidFill>
                <a:srgbClr val="5158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7608823" y="7918513"/>
            <a:ext cx="2878455" cy="1339850"/>
            <a:chOff x="7608823" y="7918513"/>
            <a:chExt cx="2878455" cy="1339850"/>
          </a:xfrm>
        </p:grpSpPr>
        <p:sp>
          <p:nvSpPr>
            <p:cNvPr id="34" name="object 34"/>
            <p:cNvSpPr/>
            <p:nvPr/>
          </p:nvSpPr>
          <p:spPr>
            <a:xfrm>
              <a:off x="9005569" y="7923276"/>
              <a:ext cx="1905" cy="721360"/>
            </a:xfrm>
            <a:custGeom>
              <a:avLst/>
              <a:gdLst/>
              <a:ahLst/>
              <a:cxnLst/>
              <a:rect l="l" t="t" r="r" b="b"/>
              <a:pathLst>
                <a:path w="1904" h="721359">
                  <a:moveTo>
                    <a:pt x="0" y="720851"/>
                  </a:moveTo>
                  <a:lnTo>
                    <a:pt x="1904" y="0"/>
                  </a:lnTo>
                </a:path>
              </a:pathLst>
            </a:custGeom>
            <a:ln w="9525">
              <a:solidFill>
                <a:srgbClr val="00FF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14868" y="8314182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425" y="0"/>
                  </a:moveTo>
                  <a:lnTo>
                    <a:pt x="133730" y="0"/>
                  </a:lnTo>
                  <a:lnTo>
                    <a:pt x="91439" y="6825"/>
                  </a:lnTo>
                  <a:lnTo>
                    <a:pt x="54726" y="25830"/>
                  </a:lnTo>
                  <a:lnTo>
                    <a:pt x="25786" y="54809"/>
                  </a:lnTo>
                  <a:lnTo>
                    <a:pt x="6812" y="91553"/>
                  </a:lnTo>
                  <a:lnTo>
                    <a:pt x="0" y="133858"/>
                  </a:lnTo>
                  <a:lnTo>
                    <a:pt x="0" y="810285"/>
                  </a:lnTo>
                  <a:lnTo>
                    <a:pt x="6812" y="852586"/>
                  </a:lnTo>
                  <a:lnTo>
                    <a:pt x="25786" y="889325"/>
                  </a:lnTo>
                  <a:lnTo>
                    <a:pt x="54726" y="918296"/>
                  </a:lnTo>
                  <a:lnTo>
                    <a:pt x="91439" y="937295"/>
                  </a:lnTo>
                  <a:lnTo>
                    <a:pt x="133730" y="944118"/>
                  </a:lnTo>
                  <a:lnTo>
                    <a:pt x="2638425" y="944118"/>
                  </a:lnTo>
                  <a:lnTo>
                    <a:pt x="2689701" y="933932"/>
                  </a:lnTo>
                  <a:lnTo>
                    <a:pt x="2733166" y="904925"/>
                  </a:lnTo>
                  <a:lnTo>
                    <a:pt x="2762107" y="861501"/>
                  </a:lnTo>
                  <a:lnTo>
                    <a:pt x="2772282" y="810285"/>
                  </a:lnTo>
                  <a:lnTo>
                    <a:pt x="2772282" y="133858"/>
                  </a:lnTo>
                  <a:lnTo>
                    <a:pt x="2765457" y="91553"/>
                  </a:lnTo>
                  <a:lnTo>
                    <a:pt x="2746452" y="54809"/>
                  </a:lnTo>
                  <a:lnTo>
                    <a:pt x="2717473" y="25830"/>
                  </a:lnTo>
                  <a:lnTo>
                    <a:pt x="2680729" y="6825"/>
                  </a:lnTo>
                  <a:lnTo>
                    <a:pt x="2638425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18348" y="8209661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126" y="0"/>
                  </a:moveTo>
                  <a:lnTo>
                    <a:pt x="132842" y="0"/>
                  </a:lnTo>
                  <a:lnTo>
                    <a:pt x="106834" y="2573"/>
                  </a:lnTo>
                  <a:lnTo>
                    <a:pt x="59154" y="22342"/>
                  </a:lnTo>
                  <a:lnTo>
                    <a:pt x="22288" y="59209"/>
                  </a:lnTo>
                  <a:lnTo>
                    <a:pt x="2571" y="106890"/>
                  </a:lnTo>
                  <a:lnTo>
                    <a:pt x="0" y="132968"/>
                  </a:lnTo>
                  <a:lnTo>
                    <a:pt x="0" y="830224"/>
                  </a:lnTo>
                  <a:lnTo>
                    <a:pt x="10096" y="881073"/>
                  </a:lnTo>
                  <a:lnTo>
                    <a:pt x="38861" y="924178"/>
                  </a:lnTo>
                  <a:lnTo>
                    <a:pt x="82041" y="952990"/>
                  </a:lnTo>
                  <a:lnTo>
                    <a:pt x="132842" y="963104"/>
                  </a:lnTo>
                  <a:lnTo>
                    <a:pt x="2659126" y="963104"/>
                  </a:lnTo>
                  <a:lnTo>
                    <a:pt x="2710021" y="952990"/>
                  </a:lnTo>
                  <a:lnTo>
                    <a:pt x="2753105" y="924178"/>
                  </a:lnTo>
                  <a:lnTo>
                    <a:pt x="2781871" y="881073"/>
                  </a:lnTo>
                  <a:lnTo>
                    <a:pt x="2791968" y="830224"/>
                  </a:lnTo>
                  <a:lnTo>
                    <a:pt x="2791968" y="132968"/>
                  </a:lnTo>
                  <a:lnTo>
                    <a:pt x="2781871" y="82073"/>
                  </a:lnTo>
                  <a:lnTo>
                    <a:pt x="2753105" y="38988"/>
                  </a:lnTo>
                  <a:lnTo>
                    <a:pt x="2710021" y="10112"/>
                  </a:lnTo>
                  <a:lnTo>
                    <a:pt x="265912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18348" y="8209661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842" y="0"/>
                  </a:moveTo>
                  <a:lnTo>
                    <a:pt x="2659126" y="0"/>
                  </a:lnTo>
                  <a:lnTo>
                    <a:pt x="2685204" y="2573"/>
                  </a:lnTo>
                  <a:lnTo>
                    <a:pt x="2732885" y="22342"/>
                  </a:lnTo>
                  <a:lnTo>
                    <a:pt x="2769679" y="59209"/>
                  </a:lnTo>
                  <a:lnTo>
                    <a:pt x="2789396" y="106890"/>
                  </a:lnTo>
                  <a:lnTo>
                    <a:pt x="2791968" y="132968"/>
                  </a:lnTo>
                  <a:lnTo>
                    <a:pt x="2791968" y="830224"/>
                  </a:lnTo>
                  <a:lnTo>
                    <a:pt x="2781871" y="881073"/>
                  </a:lnTo>
                  <a:lnTo>
                    <a:pt x="2753105" y="924178"/>
                  </a:lnTo>
                  <a:lnTo>
                    <a:pt x="2710021" y="952990"/>
                  </a:lnTo>
                  <a:lnTo>
                    <a:pt x="2659126" y="963104"/>
                  </a:lnTo>
                  <a:lnTo>
                    <a:pt x="132842" y="963104"/>
                  </a:lnTo>
                  <a:lnTo>
                    <a:pt x="82041" y="952990"/>
                  </a:lnTo>
                  <a:lnTo>
                    <a:pt x="38861" y="924178"/>
                  </a:lnTo>
                  <a:lnTo>
                    <a:pt x="10096" y="881073"/>
                  </a:lnTo>
                  <a:lnTo>
                    <a:pt x="0" y="830224"/>
                  </a:lnTo>
                  <a:lnTo>
                    <a:pt x="0" y="132968"/>
                  </a:lnTo>
                  <a:lnTo>
                    <a:pt x="10096" y="82073"/>
                  </a:lnTo>
                  <a:lnTo>
                    <a:pt x="38861" y="38988"/>
                  </a:lnTo>
                  <a:lnTo>
                    <a:pt x="82042" y="10112"/>
                  </a:lnTo>
                  <a:lnTo>
                    <a:pt x="132842" y="0"/>
                  </a:lnTo>
                  <a:close/>
                </a:path>
              </a:pathLst>
            </a:custGeom>
            <a:ln w="19050">
              <a:solidFill>
                <a:srgbClr val="5158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2094971" y="8200135"/>
            <a:ext cx="2878455" cy="1058545"/>
            <a:chOff x="12094971" y="8200135"/>
            <a:chExt cx="2878455" cy="1058545"/>
          </a:xfrm>
        </p:grpSpPr>
        <p:sp>
          <p:nvSpPr>
            <p:cNvPr id="39" name="object 39"/>
            <p:cNvSpPr/>
            <p:nvPr/>
          </p:nvSpPr>
          <p:spPr>
            <a:xfrm>
              <a:off x="12200889" y="8314181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552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810285"/>
                  </a:lnTo>
                  <a:lnTo>
                    <a:pt x="6825" y="852586"/>
                  </a:lnTo>
                  <a:lnTo>
                    <a:pt x="25830" y="889325"/>
                  </a:lnTo>
                  <a:lnTo>
                    <a:pt x="54809" y="918296"/>
                  </a:lnTo>
                  <a:lnTo>
                    <a:pt x="91553" y="937295"/>
                  </a:lnTo>
                  <a:lnTo>
                    <a:pt x="133857" y="944118"/>
                  </a:lnTo>
                  <a:lnTo>
                    <a:pt x="2638552" y="944118"/>
                  </a:lnTo>
                  <a:lnTo>
                    <a:pt x="2689812" y="933932"/>
                  </a:lnTo>
                  <a:lnTo>
                    <a:pt x="2733167" y="904925"/>
                  </a:lnTo>
                  <a:lnTo>
                    <a:pt x="2762218" y="861501"/>
                  </a:lnTo>
                  <a:lnTo>
                    <a:pt x="2772409" y="810285"/>
                  </a:lnTo>
                  <a:lnTo>
                    <a:pt x="2772409" y="133858"/>
                  </a:lnTo>
                  <a:lnTo>
                    <a:pt x="2765584" y="91553"/>
                  </a:lnTo>
                  <a:lnTo>
                    <a:pt x="2746579" y="54809"/>
                  </a:lnTo>
                  <a:lnTo>
                    <a:pt x="2717600" y="25830"/>
                  </a:lnTo>
                  <a:lnTo>
                    <a:pt x="2680856" y="6825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104496" y="8209660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4" h="963295">
                  <a:moveTo>
                    <a:pt x="2659126" y="0"/>
                  </a:moveTo>
                  <a:lnTo>
                    <a:pt x="132842" y="0"/>
                  </a:lnTo>
                  <a:lnTo>
                    <a:pt x="106816" y="2573"/>
                  </a:lnTo>
                  <a:lnTo>
                    <a:pt x="59100" y="22342"/>
                  </a:lnTo>
                  <a:lnTo>
                    <a:pt x="22288" y="59209"/>
                  </a:lnTo>
                  <a:lnTo>
                    <a:pt x="2571" y="106890"/>
                  </a:lnTo>
                  <a:lnTo>
                    <a:pt x="0" y="132968"/>
                  </a:lnTo>
                  <a:lnTo>
                    <a:pt x="0" y="830224"/>
                  </a:lnTo>
                  <a:lnTo>
                    <a:pt x="10096" y="881073"/>
                  </a:lnTo>
                  <a:lnTo>
                    <a:pt x="38861" y="924178"/>
                  </a:lnTo>
                  <a:lnTo>
                    <a:pt x="81994" y="952990"/>
                  </a:lnTo>
                  <a:lnTo>
                    <a:pt x="132842" y="963104"/>
                  </a:lnTo>
                  <a:lnTo>
                    <a:pt x="2659126" y="963104"/>
                  </a:lnTo>
                  <a:lnTo>
                    <a:pt x="2709926" y="952990"/>
                  </a:lnTo>
                  <a:lnTo>
                    <a:pt x="2753106" y="924178"/>
                  </a:lnTo>
                  <a:lnTo>
                    <a:pt x="2781871" y="881073"/>
                  </a:lnTo>
                  <a:lnTo>
                    <a:pt x="2791968" y="830224"/>
                  </a:lnTo>
                  <a:lnTo>
                    <a:pt x="2791968" y="132968"/>
                  </a:lnTo>
                  <a:lnTo>
                    <a:pt x="2781871" y="82073"/>
                  </a:lnTo>
                  <a:lnTo>
                    <a:pt x="2753106" y="38988"/>
                  </a:lnTo>
                  <a:lnTo>
                    <a:pt x="2709926" y="10112"/>
                  </a:lnTo>
                  <a:lnTo>
                    <a:pt x="265912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104496" y="8209660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4" h="963295">
                  <a:moveTo>
                    <a:pt x="132842" y="0"/>
                  </a:moveTo>
                  <a:lnTo>
                    <a:pt x="2659126" y="0"/>
                  </a:lnTo>
                  <a:lnTo>
                    <a:pt x="2685133" y="2573"/>
                  </a:lnTo>
                  <a:lnTo>
                    <a:pt x="2732813" y="22342"/>
                  </a:lnTo>
                  <a:lnTo>
                    <a:pt x="2769679" y="59209"/>
                  </a:lnTo>
                  <a:lnTo>
                    <a:pt x="2789396" y="106890"/>
                  </a:lnTo>
                  <a:lnTo>
                    <a:pt x="2791968" y="132968"/>
                  </a:lnTo>
                  <a:lnTo>
                    <a:pt x="2791968" y="830224"/>
                  </a:lnTo>
                  <a:lnTo>
                    <a:pt x="2781871" y="881073"/>
                  </a:lnTo>
                  <a:lnTo>
                    <a:pt x="2753106" y="924178"/>
                  </a:lnTo>
                  <a:lnTo>
                    <a:pt x="2709926" y="952990"/>
                  </a:lnTo>
                  <a:lnTo>
                    <a:pt x="2659126" y="963104"/>
                  </a:lnTo>
                  <a:lnTo>
                    <a:pt x="132842" y="963104"/>
                  </a:lnTo>
                  <a:lnTo>
                    <a:pt x="81994" y="952990"/>
                  </a:lnTo>
                  <a:lnTo>
                    <a:pt x="38861" y="924178"/>
                  </a:lnTo>
                  <a:lnTo>
                    <a:pt x="10096" y="881073"/>
                  </a:lnTo>
                  <a:lnTo>
                    <a:pt x="0" y="830224"/>
                  </a:lnTo>
                  <a:lnTo>
                    <a:pt x="0" y="132968"/>
                  </a:lnTo>
                  <a:lnTo>
                    <a:pt x="10096" y="82073"/>
                  </a:lnTo>
                  <a:lnTo>
                    <a:pt x="38861" y="38988"/>
                  </a:lnTo>
                  <a:lnTo>
                    <a:pt x="81994" y="10112"/>
                  </a:lnTo>
                  <a:lnTo>
                    <a:pt x="132842" y="0"/>
                  </a:lnTo>
                  <a:close/>
                </a:path>
              </a:pathLst>
            </a:custGeom>
            <a:ln w="19050">
              <a:solidFill>
                <a:srgbClr val="5158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9112250" y="4364482"/>
            <a:ext cx="2878455" cy="1058545"/>
            <a:chOff x="9112250" y="4364482"/>
            <a:chExt cx="2878455" cy="1058545"/>
          </a:xfrm>
        </p:grpSpPr>
        <p:sp>
          <p:nvSpPr>
            <p:cNvPr id="43" name="object 43"/>
            <p:cNvSpPr/>
            <p:nvPr/>
          </p:nvSpPr>
          <p:spPr>
            <a:xfrm>
              <a:off x="9218295" y="4478528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552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7" y="944118"/>
                  </a:lnTo>
                  <a:lnTo>
                    <a:pt x="2638552" y="944118"/>
                  </a:lnTo>
                  <a:lnTo>
                    <a:pt x="2689717" y="933926"/>
                  </a:lnTo>
                  <a:lnTo>
                    <a:pt x="2733166" y="904875"/>
                  </a:lnTo>
                  <a:lnTo>
                    <a:pt x="2762107" y="861520"/>
                  </a:lnTo>
                  <a:lnTo>
                    <a:pt x="2772282" y="810260"/>
                  </a:lnTo>
                  <a:lnTo>
                    <a:pt x="2772282" y="133858"/>
                  </a:lnTo>
                  <a:lnTo>
                    <a:pt x="2765470" y="91553"/>
                  </a:lnTo>
                  <a:lnTo>
                    <a:pt x="2746496" y="54809"/>
                  </a:lnTo>
                  <a:lnTo>
                    <a:pt x="2717556" y="25830"/>
                  </a:lnTo>
                  <a:lnTo>
                    <a:pt x="2680842" y="6825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21775" y="4374007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126" y="0"/>
                  </a:moveTo>
                  <a:lnTo>
                    <a:pt x="132842" y="0"/>
                  </a:lnTo>
                  <a:lnTo>
                    <a:pt x="106836" y="2573"/>
                  </a:lnTo>
                  <a:lnTo>
                    <a:pt x="59207" y="22342"/>
                  </a:lnTo>
                  <a:lnTo>
                    <a:pt x="22342" y="59207"/>
                  </a:lnTo>
                  <a:lnTo>
                    <a:pt x="2573" y="106836"/>
                  </a:lnTo>
                  <a:lnTo>
                    <a:pt x="0" y="132841"/>
                  </a:lnTo>
                  <a:lnTo>
                    <a:pt x="0" y="830198"/>
                  </a:lnTo>
                  <a:lnTo>
                    <a:pt x="10112" y="881094"/>
                  </a:lnTo>
                  <a:lnTo>
                    <a:pt x="38989" y="924178"/>
                  </a:lnTo>
                  <a:lnTo>
                    <a:pt x="82057" y="952944"/>
                  </a:lnTo>
                  <a:lnTo>
                    <a:pt x="132842" y="963040"/>
                  </a:lnTo>
                  <a:lnTo>
                    <a:pt x="2659126" y="963040"/>
                  </a:lnTo>
                  <a:lnTo>
                    <a:pt x="2710021" y="952944"/>
                  </a:lnTo>
                  <a:lnTo>
                    <a:pt x="2753105" y="924178"/>
                  </a:lnTo>
                  <a:lnTo>
                    <a:pt x="2781935" y="881094"/>
                  </a:lnTo>
                  <a:lnTo>
                    <a:pt x="2792095" y="830198"/>
                  </a:lnTo>
                  <a:lnTo>
                    <a:pt x="2792095" y="132841"/>
                  </a:lnTo>
                  <a:lnTo>
                    <a:pt x="2781935" y="82057"/>
                  </a:lnTo>
                  <a:lnTo>
                    <a:pt x="2753105" y="38988"/>
                  </a:lnTo>
                  <a:lnTo>
                    <a:pt x="2710021" y="10112"/>
                  </a:lnTo>
                  <a:lnTo>
                    <a:pt x="265912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21775" y="4374007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842" y="0"/>
                  </a:moveTo>
                  <a:lnTo>
                    <a:pt x="2659126" y="0"/>
                  </a:lnTo>
                  <a:lnTo>
                    <a:pt x="2685204" y="2573"/>
                  </a:lnTo>
                  <a:lnTo>
                    <a:pt x="2732885" y="22342"/>
                  </a:lnTo>
                  <a:lnTo>
                    <a:pt x="2769699" y="59207"/>
                  </a:lnTo>
                  <a:lnTo>
                    <a:pt x="2789503" y="106836"/>
                  </a:lnTo>
                  <a:lnTo>
                    <a:pt x="2792095" y="132841"/>
                  </a:lnTo>
                  <a:lnTo>
                    <a:pt x="2792095" y="830198"/>
                  </a:lnTo>
                  <a:lnTo>
                    <a:pt x="2781935" y="881094"/>
                  </a:lnTo>
                  <a:lnTo>
                    <a:pt x="2753105" y="924178"/>
                  </a:lnTo>
                  <a:lnTo>
                    <a:pt x="2710021" y="952944"/>
                  </a:lnTo>
                  <a:lnTo>
                    <a:pt x="2659126" y="963040"/>
                  </a:lnTo>
                  <a:lnTo>
                    <a:pt x="132842" y="963040"/>
                  </a:lnTo>
                  <a:lnTo>
                    <a:pt x="82057" y="952944"/>
                  </a:lnTo>
                  <a:lnTo>
                    <a:pt x="38989" y="924178"/>
                  </a:lnTo>
                  <a:lnTo>
                    <a:pt x="10112" y="881094"/>
                  </a:lnTo>
                  <a:lnTo>
                    <a:pt x="0" y="830198"/>
                  </a:lnTo>
                  <a:lnTo>
                    <a:pt x="0" y="132841"/>
                  </a:lnTo>
                  <a:lnTo>
                    <a:pt x="10112" y="82057"/>
                  </a:lnTo>
                  <a:lnTo>
                    <a:pt x="38989" y="38988"/>
                  </a:lnTo>
                  <a:lnTo>
                    <a:pt x="82057" y="10112"/>
                  </a:lnTo>
                  <a:lnTo>
                    <a:pt x="132842" y="0"/>
                  </a:lnTo>
                  <a:close/>
                </a:path>
              </a:pathLst>
            </a:custGeom>
            <a:ln w="19050">
              <a:solidFill>
                <a:srgbClr val="DBA9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9141714" y="6232016"/>
            <a:ext cx="2878455" cy="1058545"/>
            <a:chOff x="9141714" y="6232016"/>
            <a:chExt cx="2878455" cy="1058545"/>
          </a:xfrm>
        </p:grpSpPr>
        <p:sp>
          <p:nvSpPr>
            <p:cNvPr id="47" name="object 47"/>
            <p:cNvSpPr/>
            <p:nvPr/>
          </p:nvSpPr>
          <p:spPr>
            <a:xfrm>
              <a:off x="9247759" y="6346062"/>
              <a:ext cx="2772410" cy="944244"/>
            </a:xfrm>
            <a:custGeom>
              <a:avLst/>
              <a:gdLst/>
              <a:ahLst/>
              <a:cxnLst/>
              <a:rect l="l" t="t" r="r" b="b"/>
              <a:pathLst>
                <a:path w="2772409" h="944245">
                  <a:moveTo>
                    <a:pt x="2638552" y="0"/>
                  </a:moveTo>
                  <a:lnTo>
                    <a:pt x="133858" y="0"/>
                  </a:lnTo>
                  <a:lnTo>
                    <a:pt x="91553" y="6824"/>
                  </a:lnTo>
                  <a:lnTo>
                    <a:pt x="54809" y="25822"/>
                  </a:lnTo>
                  <a:lnTo>
                    <a:pt x="25830" y="54781"/>
                  </a:lnTo>
                  <a:lnTo>
                    <a:pt x="6825" y="91488"/>
                  </a:lnTo>
                  <a:lnTo>
                    <a:pt x="0" y="133731"/>
                  </a:lnTo>
                  <a:lnTo>
                    <a:pt x="0" y="810260"/>
                  </a:lnTo>
                  <a:lnTo>
                    <a:pt x="6825" y="852564"/>
                  </a:lnTo>
                  <a:lnTo>
                    <a:pt x="25830" y="889308"/>
                  </a:lnTo>
                  <a:lnTo>
                    <a:pt x="54809" y="918287"/>
                  </a:lnTo>
                  <a:lnTo>
                    <a:pt x="91553" y="937292"/>
                  </a:lnTo>
                  <a:lnTo>
                    <a:pt x="133858" y="944118"/>
                  </a:lnTo>
                  <a:lnTo>
                    <a:pt x="2638552" y="944118"/>
                  </a:lnTo>
                  <a:lnTo>
                    <a:pt x="2689717" y="933926"/>
                  </a:lnTo>
                  <a:lnTo>
                    <a:pt x="2733167" y="904875"/>
                  </a:lnTo>
                  <a:lnTo>
                    <a:pt x="2762218" y="861425"/>
                  </a:lnTo>
                  <a:lnTo>
                    <a:pt x="2772410" y="810260"/>
                  </a:lnTo>
                  <a:lnTo>
                    <a:pt x="2772410" y="133731"/>
                  </a:lnTo>
                  <a:lnTo>
                    <a:pt x="2765584" y="91488"/>
                  </a:lnTo>
                  <a:lnTo>
                    <a:pt x="2746579" y="54781"/>
                  </a:lnTo>
                  <a:lnTo>
                    <a:pt x="2717600" y="25822"/>
                  </a:lnTo>
                  <a:lnTo>
                    <a:pt x="2680856" y="6824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151239" y="6241541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2659253" y="0"/>
                  </a:moveTo>
                  <a:lnTo>
                    <a:pt x="132968" y="0"/>
                  </a:lnTo>
                  <a:lnTo>
                    <a:pt x="106890" y="2571"/>
                  </a:lnTo>
                  <a:lnTo>
                    <a:pt x="59209" y="22288"/>
                  </a:lnTo>
                  <a:lnTo>
                    <a:pt x="22395" y="59100"/>
                  </a:lnTo>
                  <a:lnTo>
                    <a:pt x="2591" y="106816"/>
                  </a:lnTo>
                  <a:lnTo>
                    <a:pt x="0" y="132842"/>
                  </a:lnTo>
                  <a:lnTo>
                    <a:pt x="0" y="830199"/>
                  </a:lnTo>
                  <a:lnTo>
                    <a:pt x="10159" y="880999"/>
                  </a:lnTo>
                  <a:lnTo>
                    <a:pt x="38988" y="924179"/>
                  </a:lnTo>
                  <a:lnTo>
                    <a:pt x="82073" y="952944"/>
                  </a:lnTo>
                  <a:lnTo>
                    <a:pt x="132968" y="963041"/>
                  </a:lnTo>
                  <a:lnTo>
                    <a:pt x="2659253" y="963041"/>
                  </a:lnTo>
                  <a:lnTo>
                    <a:pt x="2710037" y="952944"/>
                  </a:lnTo>
                  <a:lnTo>
                    <a:pt x="2753105" y="924179"/>
                  </a:lnTo>
                  <a:lnTo>
                    <a:pt x="2781982" y="880999"/>
                  </a:lnTo>
                  <a:lnTo>
                    <a:pt x="2792094" y="830199"/>
                  </a:lnTo>
                  <a:lnTo>
                    <a:pt x="2792094" y="132842"/>
                  </a:lnTo>
                  <a:lnTo>
                    <a:pt x="2781982" y="81994"/>
                  </a:lnTo>
                  <a:lnTo>
                    <a:pt x="2753105" y="38862"/>
                  </a:lnTo>
                  <a:lnTo>
                    <a:pt x="2710037" y="10096"/>
                  </a:lnTo>
                  <a:lnTo>
                    <a:pt x="265925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151239" y="6241541"/>
              <a:ext cx="2792095" cy="963294"/>
            </a:xfrm>
            <a:custGeom>
              <a:avLst/>
              <a:gdLst/>
              <a:ahLst/>
              <a:cxnLst/>
              <a:rect l="l" t="t" r="r" b="b"/>
              <a:pathLst>
                <a:path w="2792095" h="963295">
                  <a:moveTo>
                    <a:pt x="132968" y="0"/>
                  </a:moveTo>
                  <a:lnTo>
                    <a:pt x="2659253" y="0"/>
                  </a:lnTo>
                  <a:lnTo>
                    <a:pt x="2685258" y="2571"/>
                  </a:lnTo>
                  <a:lnTo>
                    <a:pt x="2732887" y="22288"/>
                  </a:lnTo>
                  <a:lnTo>
                    <a:pt x="2769752" y="59100"/>
                  </a:lnTo>
                  <a:lnTo>
                    <a:pt x="2789521" y="106816"/>
                  </a:lnTo>
                  <a:lnTo>
                    <a:pt x="2792094" y="132842"/>
                  </a:lnTo>
                  <a:lnTo>
                    <a:pt x="2792094" y="830199"/>
                  </a:lnTo>
                  <a:lnTo>
                    <a:pt x="2781982" y="880999"/>
                  </a:lnTo>
                  <a:lnTo>
                    <a:pt x="2753105" y="924179"/>
                  </a:lnTo>
                  <a:lnTo>
                    <a:pt x="2710037" y="952944"/>
                  </a:lnTo>
                  <a:lnTo>
                    <a:pt x="2659253" y="963041"/>
                  </a:lnTo>
                  <a:lnTo>
                    <a:pt x="132968" y="963041"/>
                  </a:lnTo>
                  <a:lnTo>
                    <a:pt x="82073" y="952944"/>
                  </a:lnTo>
                  <a:lnTo>
                    <a:pt x="38988" y="924179"/>
                  </a:lnTo>
                  <a:lnTo>
                    <a:pt x="10159" y="880999"/>
                  </a:lnTo>
                  <a:lnTo>
                    <a:pt x="0" y="830199"/>
                  </a:lnTo>
                  <a:lnTo>
                    <a:pt x="0" y="132842"/>
                  </a:lnTo>
                  <a:lnTo>
                    <a:pt x="10159" y="81994"/>
                  </a:lnTo>
                  <a:lnTo>
                    <a:pt x="38988" y="38862"/>
                  </a:lnTo>
                  <a:lnTo>
                    <a:pt x="82073" y="10096"/>
                  </a:lnTo>
                  <a:lnTo>
                    <a:pt x="132968" y="0"/>
                  </a:lnTo>
                  <a:close/>
                </a:path>
              </a:pathLst>
            </a:custGeom>
            <a:ln w="19050">
              <a:solidFill>
                <a:srgbClr val="70B6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7554721" y="7923276"/>
            <a:ext cx="2990215" cy="0"/>
          </a:xfrm>
          <a:custGeom>
            <a:avLst/>
            <a:gdLst/>
            <a:ahLst/>
            <a:cxnLst/>
            <a:rect l="l" t="t" r="r" b="b"/>
            <a:pathLst>
              <a:path w="2990215">
                <a:moveTo>
                  <a:pt x="298983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FF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1466341" y="611631"/>
            <a:ext cx="15963900" cy="491490"/>
            <a:chOff x="1466341" y="611631"/>
            <a:chExt cx="15963900" cy="491490"/>
          </a:xfrm>
        </p:grpSpPr>
        <p:sp>
          <p:nvSpPr>
            <p:cNvPr id="52" name="object 52"/>
            <p:cNvSpPr/>
            <p:nvPr/>
          </p:nvSpPr>
          <p:spPr>
            <a:xfrm>
              <a:off x="1466341" y="611631"/>
              <a:ext cx="15963900" cy="491490"/>
            </a:xfrm>
            <a:custGeom>
              <a:avLst/>
              <a:gdLst/>
              <a:ahLst/>
              <a:cxnLst/>
              <a:rect l="l" t="t" r="r" b="b"/>
              <a:pathLst>
                <a:path w="15963900" h="491490">
                  <a:moveTo>
                    <a:pt x="15940531" y="0"/>
                  </a:moveTo>
                  <a:lnTo>
                    <a:pt x="23241" y="0"/>
                  </a:lnTo>
                  <a:lnTo>
                    <a:pt x="14198" y="1827"/>
                  </a:lnTo>
                  <a:lnTo>
                    <a:pt x="6810" y="6810"/>
                  </a:lnTo>
                  <a:lnTo>
                    <a:pt x="1827" y="14198"/>
                  </a:lnTo>
                  <a:lnTo>
                    <a:pt x="0" y="23241"/>
                  </a:lnTo>
                  <a:lnTo>
                    <a:pt x="0" y="467741"/>
                  </a:lnTo>
                  <a:lnTo>
                    <a:pt x="1827" y="476783"/>
                  </a:lnTo>
                  <a:lnTo>
                    <a:pt x="6810" y="484171"/>
                  </a:lnTo>
                  <a:lnTo>
                    <a:pt x="14198" y="489154"/>
                  </a:lnTo>
                  <a:lnTo>
                    <a:pt x="23241" y="490982"/>
                  </a:lnTo>
                  <a:lnTo>
                    <a:pt x="15940531" y="490982"/>
                  </a:lnTo>
                  <a:lnTo>
                    <a:pt x="15949628" y="489154"/>
                  </a:lnTo>
                  <a:lnTo>
                    <a:pt x="15957010" y="484171"/>
                  </a:lnTo>
                  <a:lnTo>
                    <a:pt x="15961963" y="476783"/>
                  </a:lnTo>
                  <a:lnTo>
                    <a:pt x="15963773" y="467741"/>
                  </a:lnTo>
                  <a:lnTo>
                    <a:pt x="15963773" y="23241"/>
                  </a:lnTo>
                  <a:lnTo>
                    <a:pt x="15961963" y="14198"/>
                  </a:lnTo>
                  <a:lnTo>
                    <a:pt x="15957010" y="6810"/>
                  </a:lnTo>
                  <a:lnTo>
                    <a:pt x="15949628" y="1827"/>
                  </a:lnTo>
                  <a:lnTo>
                    <a:pt x="15940531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94027" y="710844"/>
              <a:ext cx="318122" cy="269722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7486904" y="1949254"/>
            <a:ext cx="3029585" cy="95631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3200" b="1" dirty="0">
                <a:latin typeface="Arial"/>
                <a:cs typeface="Arial"/>
              </a:rPr>
              <a:t>THABO</a:t>
            </a:r>
            <a:r>
              <a:rPr sz="3200" b="1" spc="375" dirty="0">
                <a:latin typeface="Arial"/>
                <a:cs typeface="Arial"/>
              </a:rPr>
              <a:t> </a:t>
            </a:r>
            <a:r>
              <a:rPr sz="3200" b="1" spc="45" dirty="0">
                <a:latin typeface="Arial"/>
                <a:cs typeface="Arial"/>
              </a:rPr>
              <a:t>SIZIBA</a:t>
            </a:r>
            <a:endParaRPr sz="3200">
              <a:latin typeface="Arial"/>
              <a:cs typeface="Arial"/>
            </a:endParaRPr>
          </a:p>
          <a:p>
            <a:pPr marL="71120" algn="ctr">
              <a:lnSpc>
                <a:spcPct val="100000"/>
              </a:lnSpc>
              <a:spcBef>
                <a:spcPts val="414"/>
              </a:spcBef>
            </a:pPr>
            <a:r>
              <a:rPr sz="2050" spc="-25" dirty="0"/>
              <a:t>CEO</a:t>
            </a:r>
            <a:endParaRPr sz="2050"/>
          </a:p>
        </p:txBody>
      </p:sp>
      <p:sp>
        <p:nvSpPr>
          <p:cNvPr id="55" name="object 55"/>
          <p:cNvSpPr txBox="1"/>
          <p:nvPr/>
        </p:nvSpPr>
        <p:spPr>
          <a:xfrm>
            <a:off x="3224910" y="698754"/>
            <a:ext cx="292671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b="1" dirty="0">
                <a:latin typeface="Arial"/>
                <a:cs typeface="Arial"/>
              </a:rPr>
              <a:t>ORGANIZATIONAL</a:t>
            </a:r>
            <a:r>
              <a:rPr sz="1700" b="1" spc="130" dirty="0">
                <a:latin typeface="Arial"/>
                <a:cs typeface="Arial"/>
              </a:rPr>
              <a:t>  </a:t>
            </a:r>
            <a:r>
              <a:rPr sz="1700" b="1" spc="-20" dirty="0">
                <a:latin typeface="Arial"/>
                <a:cs typeface="Arial"/>
              </a:rPr>
              <a:t>CHART</a:t>
            </a:r>
            <a:endParaRPr sz="17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673221" y="4602861"/>
            <a:ext cx="1956435" cy="542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35"/>
              </a:spcBef>
            </a:pPr>
            <a:r>
              <a:rPr lang="en-ZA" sz="1800" b="1" spc="55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latin typeface="Arial MT"/>
                <a:cs typeface="Arial MT"/>
              </a:rPr>
              <a:t>Chief</a:t>
            </a:r>
            <a:r>
              <a:rPr sz="1450" spc="6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Operating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Officer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61252" y="4602861"/>
            <a:ext cx="2343150" cy="542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ZA" sz="1800" b="1" spc="50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R="45720" algn="ctr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latin typeface="Arial MT"/>
                <a:cs typeface="Arial MT"/>
              </a:rPr>
              <a:t>Chief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Technical</a:t>
            </a:r>
            <a:r>
              <a:rPr sz="1450" spc="8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Officer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519406" y="4602861"/>
            <a:ext cx="1933575" cy="542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5"/>
              </a:spcBef>
            </a:pPr>
            <a:r>
              <a:rPr lang="en-ZA" sz="1800" b="1" spc="50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latin typeface="Arial MT"/>
                <a:cs typeface="Arial MT"/>
              </a:rPr>
              <a:t>Chief</a:t>
            </a:r>
            <a:r>
              <a:rPr sz="1450" spc="6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Financial</a:t>
            </a:r>
            <a:r>
              <a:rPr sz="1450" spc="7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Officer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658870" y="6435598"/>
            <a:ext cx="2037714" cy="54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ZA" sz="1800" b="1" spc="50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L="60325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 MT"/>
                <a:cs typeface="Arial MT"/>
              </a:rPr>
              <a:t>Compliance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Specialist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33464" y="6435598"/>
            <a:ext cx="1998980" cy="54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ZA" sz="1800" b="1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 MT"/>
                <a:cs typeface="Arial MT"/>
              </a:rPr>
              <a:t>Training</a:t>
            </a:r>
            <a:r>
              <a:rPr sz="1450" spc="4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Coordinator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486513" y="6465824"/>
            <a:ext cx="2081530" cy="54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ZA" sz="1800" b="1" spc="50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R="43815" algn="ctr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 MT"/>
                <a:cs typeface="Arial MT"/>
              </a:rPr>
              <a:t>Engagement</a:t>
            </a:r>
            <a:r>
              <a:rPr sz="1450" spc="14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Officer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033773" y="8422385"/>
            <a:ext cx="1224915" cy="54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ZA" sz="1800" b="1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 MT"/>
                <a:cs typeface="Arial MT"/>
              </a:rPr>
              <a:t>Legal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Support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173973" y="8434196"/>
            <a:ext cx="1736089" cy="54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ZA" sz="1800" b="1" spc="60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R="45085" algn="ctr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 MT"/>
                <a:cs typeface="Arial MT"/>
              </a:rPr>
              <a:t>Marketing</a:t>
            </a:r>
            <a:r>
              <a:rPr sz="1450" spc="7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Intern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489560" y="8434196"/>
            <a:ext cx="2075814" cy="54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ZA" sz="1800" b="1" spc="60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 MT"/>
                <a:cs typeface="Arial MT"/>
              </a:rPr>
              <a:t>Onboarding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Specialist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427844" y="4598035"/>
            <a:ext cx="2181225" cy="542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35"/>
              </a:spcBef>
            </a:pPr>
            <a:r>
              <a:rPr lang="en-ZA" sz="1800" b="1" spc="45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latin typeface="Arial MT"/>
                <a:cs typeface="Arial MT"/>
              </a:rPr>
              <a:t>Senior</a:t>
            </a:r>
            <a:r>
              <a:rPr sz="1450" spc="7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Software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Engineer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617202" y="6465824"/>
            <a:ext cx="1914525" cy="54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ZA" sz="1800" b="1" spc="50" dirty="0">
                <a:latin typeface="Arial"/>
                <a:cs typeface="Arial"/>
              </a:rPr>
              <a:t>xxx</a:t>
            </a:r>
            <a:endParaRPr sz="1800" dirty="0">
              <a:latin typeface="Arial"/>
              <a:cs typeface="Arial"/>
            </a:endParaRPr>
          </a:p>
          <a:p>
            <a:pPr marR="43180" algn="ctr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 MT"/>
                <a:cs typeface="Arial MT"/>
              </a:rPr>
              <a:t>Marketing</a:t>
            </a:r>
            <a:r>
              <a:rPr sz="1450" spc="7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Director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130021" y="698754"/>
            <a:ext cx="139509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b="1" dirty="0">
                <a:latin typeface="Arial"/>
                <a:cs typeface="Arial"/>
              </a:rPr>
              <a:t>SHINE</a:t>
            </a:r>
            <a:r>
              <a:rPr sz="1700" b="1" spc="290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SPEC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622" y="0"/>
            <a:ext cx="12551664" cy="6180582"/>
            <a:chOff x="285622" y="0"/>
            <a:chExt cx="12551664" cy="618058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622" y="0"/>
              <a:ext cx="6420539" cy="60976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899541"/>
              <a:ext cx="11808587" cy="205765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5174" y="3696284"/>
              <a:ext cx="134112" cy="3660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9969" y="5242814"/>
              <a:ext cx="1129855" cy="29108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7644" y="5242814"/>
              <a:ext cx="471424" cy="29108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4572" y="5242814"/>
              <a:ext cx="725424" cy="29108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9725" y="5242814"/>
              <a:ext cx="965606" cy="2910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61478" y="5242814"/>
              <a:ext cx="1000759" cy="29108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69969" y="5533897"/>
              <a:ext cx="853439" cy="29108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55413" y="5533897"/>
              <a:ext cx="1043089" cy="29108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2881" y="5533897"/>
              <a:ext cx="1073569" cy="29108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38162" y="5533897"/>
              <a:ext cx="1644396" cy="29108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9969" y="5826505"/>
              <a:ext cx="676275" cy="29108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65852" y="5826505"/>
              <a:ext cx="1219200" cy="29108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19520" y="5826505"/>
              <a:ext cx="584835" cy="29108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40728" y="5826505"/>
              <a:ext cx="1167295" cy="29108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17054" y="5826505"/>
              <a:ext cx="707745" cy="29108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06841" y="5826505"/>
              <a:ext cx="106679" cy="29108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414272" y="5191252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10" h="989329">
                  <a:moveTo>
                    <a:pt x="1833117" y="0"/>
                  </a:moveTo>
                  <a:lnTo>
                    <a:pt x="494665" y="0"/>
                  </a:lnTo>
                  <a:lnTo>
                    <a:pt x="447028" y="2264"/>
                  </a:lnTo>
                  <a:lnTo>
                    <a:pt x="400672" y="8920"/>
                  </a:lnTo>
                  <a:lnTo>
                    <a:pt x="355804" y="19759"/>
                  </a:lnTo>
                  <a:lnTo>
                    <a:pt x="312631" y="34575"/>
                  </a:lnTo>
                  <a:lnTo>
                    <a:pt x="271360" y="53159"/>
                  </a:lnTo>
                  <a:lnTo>
                    <a:pt x="232200" y="75305"/>
                  </a:lnTo>
                  <a:lnTo>
                    <a:pt x="195357" y="100805"/>
                  </a:lnTo>
                  <a:lnTo>
                    <a:pt x="161038" y="129452"/>
                  </a:lnTo>
                  <a:lnTo>
                    <a:pt x="129452" y="161038"/>
                  </a:lnTo>
                  <a:lnTo>
                    <a:pt x="100805" y="195357"/>
                  </a:lnTo>
                  <a:lnTo>
                    <a:pt x="75305" y="232200"/>
                  </a:lnTo>
                  <a:lnTo>
                    <a:pt x="53159" y="271360"/>
                  </a:lnTo>
                  <a:lnTo>
                    <a:pt x="34575" y="312631"/>
                  </a:lnTo>
                  <a:lnTo>
                    <a:pt x="19759" y="355804"/>
                  </a:lnTo>
                  <a:lnTo>
                    <a:pt x="8920" y="400672"/>
                  </a:lnTo>
                  <a:lnTo>
                    <a:pt x="2264" y="447028"/>
                  </a:lnTo>
                  <a:lnTo>
                    <a:pt x="0" y="494664"/>
                  </a:lnTo>
                  <a:lnTo>
                    <a:pt x="2264" y="542301"/>
                  </a:lnTo>
                  <a:lnTo>
                    <a:pt x="8920" y="588657"/>
                  </a:lnTo>
                  <a:lnTo>
                    <a:pt x="19759" y="633525"/>
                  </a:lnTo>
                  <a:lnTo>
                    <a:pt x="34575" y="676698"/>
                  </a:lnTo>
                  <a:lnTo>
                    <a:pt x="53159" y="717969"/>
                  </a:lnTo>
                  <a:lnTo>
                    <a:pt x="75305" y="757129"/>
                  </a:lnTo>
                  <a:lnTo>
                    <a:pt x="100805" y="793972"/>
                  </a:lnTo>
                  <a:lnTo>
                    <a:pt x="129452" y="828291"/>
                  </a:lnTo>
                  <a:lnTo>
                    <a:pt x="161038" y="859877"/>
                  </a:lnTo>
                  <a:lnTo>
                    <a:pt x="195357" y="888524"/>
                  </a:lnTo>
                  <a:lnTo>
                    <a:pt x="232200" y="914024"/>
                  </a:lnTo>
                  <a:lnTo>
                    <a:pt x="271360" y="936170"/>
                  </a:lnTo>
                  <a:lnTo>
                    <a:pt x="312631" y="954754"/>
                  </a:lnTo>
                  <a:lnTo>
                    <a:pt x="355804" y="969570"/>
                  </a:lnTo>
                  <a:lnTo>
                    <a:pt x="400672" y="980409"/>
                  </a:lnTo>
                  <a:lnTo>
                    <a:pt x="447028" y="987065"/>
                  </a:lnTo>
                  <a:lnTo>
                    <a:pt x="494665" y="989330"/>
                  </a:lnTo>
                  <a:lnTo>
                    <a:pt x="1833117" y="989330"/>
                  </a:lnTo>
                  <a:lnTo>
                    <a:pt x="1880754" y="987065"/>
                  </a:lnTo>
                  <a:lnTo>
                    <a:pt x="1927110" y="980409"/>
                  </a:lnTo>
                  <a:lnTo>
                    <a:pt x="1971978" y="969570"/>
                  </a:lnTo>
                  <a:lnTo>
                    <a:pt x="2015151" y="954754"/>
                  </a:lnTo>
                  <a:lnTo>
                    <a:pt x="2056422" y="936170"/>
                  </a:lnTo>
                  <a:lnTo>
                    <a:pt x="2095582" y="914024"/>
                  </a:lnTo>
                  <a:lnTo>
                    <a:pt x="2132425" y="888524"/>
                  </a:lnTo>
                  <a:lnTo>
                    <a:pt x="2166744" y="859877"/>
                  </a:lnTo>
                  <a:lnTo>
                    <a:pt x="2198330" y="828291"/>
                  </a:lnTo>
                  <a:lnTo>
                    <a:pt x="2226977" y="793972"/>
                  </a:lnTo>
                  <a:lnTo>
                    <a:pt x="2252477" y="757129"/>
                  </a:lnTo>
                  <a:lnTo>
                    <a:pt x="2274623" y="717969"/>
                  </a:lnTo>
                  <a:lnTo>
                    <a:pt x="2293207" y="676698"/>
                  </a:lnTo>
                  <a:lnTo>
                    <a:pt x="2308023" y="633525"/>
                  </a:lnTo>
                  <a:lnTo>
                    <a:pt x="2318862" y="588657"/>
                  </a:lnTo>
                  <a:lnTo>
                    <a:pt x="2325518" y="542301"/>
                  </a:lnTo>
                  <a:lnTo>
                    <a:pt x="2327782" y="494664"/>
                  </a:lnTo>
                  <a:lnTo>
                    <a:pt x="2325518" y="447028"/>
                  </a:lnTo>
                  <a:lnTo>
                    <a:pt x="2318862" y="400672"/>
                  </a:lnTo>
                  <a:lnTo>
                    <a:pt x="2308023" y="355804"/>
                  </a:lnTo>
                  <a:lnTo>
                    <a:pt x="2293207" y="312631"/>
                  </a:lnTo>
                  <a:lnTo>
                    <a:pt x="2274623" y="271360"/>
                  </a:lnTo>
                  <a:lnTo>
                    <a:pt x="2252477" y="232200"/>
                  </a:lnTo>
                  <a:lnTo>
                    <a:pt x="2226977" y="195357"/>
                  </a:lnTo>
                  <a:lnTo>
                    <a:pt x="2198330" y="161038"/>
                  </a:lnTo>
                  <a:lnTo>
                    <a:pt x="2166744" y="129452"/>
                  </a:lnTo>
                  <a:lnTo>
                    <a:pt x="2132425" y="100805"/>
                  </a:lnTo>
                  <a:lnTo>
                    <a:pt x="2095582" y="75305"/>
                  </a:lnTo>
                  <a:lnTo>
                    <a:pt x="2056422" y="53159"/>
                  </a:lnTo>
                  <a:lnTo>
                    <a:pt x="2015151" y="34575"/>
                  </a:lnTo>
                  <a:lnTo>
                    <a:pt x="1971978" y="19759"/>
                  </a:lnTo>
                  <a:lnTo>
                    <a:pt x="1927110" y="8920"/>
                  </a:lnTo>
                  <a:lnTo>
                    <a:pt x="1880754" y="2264"/>
                  </a:lnTo>
                  <a:lnTo>
                    <a:pt x="1833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83053" y="5480050"/>
              <a:ext cx="1154277" cy="358139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1414272" y="6634988"/>
            <a:ext cx="2327910" cy="989330"/>
            <a:chOff x="1414272" y="6634988"/>
            <a:chExt cx="2327910" cy="989330"/>
          </a:xfrm>
        </p:grpSpPr>
        <p:sp>
          <p:nvSpPr>
            <p:cNvPr id="39" name="object 39"/>
            <p:cNvSpPr/>
            <p:nvPr/>
          </p:nvSpPr>
          <p:spPr>
            <a:xfrm>
              <a:off x="1414272" y="6634988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10" h="989329">
                  <a:moveTo>
                    <a:pt x="1833117" y="0"/>
                  </a:moveTo>
                  <a:lnTo>
                    <a:pt x="494665" y="0"/>
                  </a:lnTo>
                  <a:lnTo>
                    <a:pt x="447028" y="2264"/>
                  </a:lnTo>
                  <a:lnTo>
                    <a:pt x="400672" y="8920"/>
                  </a:lnTo>
                  <a:lnTo>
                    <a:pt x="355804" y="19759"/>
                  </a:lnTo>
                  <a:lnTo>
                    <a:pt x="312631" y="34575"/>
                  </a:lnTo>
                  <a:lnTo>
                    <a:pt x="271360" y="53159"/>
                  </a:lnTo>
                  <a:lnTo>
                    <a:pt x="232200" y="75305"/>
                  </a:lnTo>
                  <a:lnTo>
                    <a:pt x="195357" y="100805"/>
                  </a:lnTo>
                  <a:lnTo>
                    <a:pt x="161038" y="129452"/>
                  </a:lnTo>
                  <a:lnTo>
                    <a:pt x="129452" y="161038"/>
                  </a:lnTo>
                  <a:lnTo>
                    <a:pt x="100805" y="195357"/>
                  </a:lnTo>
                  <a:lnTo>
                    <a:pt x="75305" y="232200"/>
                  </a:lnTo>
                  <a:lnTo>
                    <a:pt x="53159" y="271360"/>
                  </a:lnTo>
                  <a:lnTo>
                    <a:pt x="34575" y="312631"/>
                  </a:lnTo>
                  <a:lnTo>
                    <a:pt x="19759" y="355804"/>
                  </a:lnTo>
                  <a:lnTo>
                    <a:pt x="8920" y="400672"/>
                  </a:lnTo>
                  <a:lnTo>
                    <a:pt x="2264" y="447028"/>
                  </a:lnTo>
                  <a:lnTo>
                    <a:pt x="0" y="494664"/>
                  </a:lnTo>
                  <a:lnTo>
                    <a:pt x="2264" y="542301"/>
                  </a:lnTo>
                  <a:lnTo>
                    <a:pt x="8920" y="588657"/>
                  </a:lnTo>
                  <a:lnTo>
                    <a:pt x="19759" y="633525"/>
                  </a:lnTo>
                  <a:lnTo>
                    <a:pt x="34575" y="676698"/>
                  </a:lnTo>
                  <a:lnTo>
                    <a:pt x="53159" y="717969"/>
                  </a:lnTo>
                  <a:lnTo>
                    <a:pt x="75305" y="757129"/>
                  </a:lnTo>
                  <a:lnTo>
                    <a:pt x="100805" y="793972"/>
                  </a:lnTo>
                  <a:lnTo>
                    <a:pt x="129452" y="828291"/>
                  </a:lnTo>
                  <a:lnTo>
                    <a:pt x="161038" y="859877"/>
                  </a:lnTo>
                  <a:lnTo>
                    <a:pt x="195357" y="888524"/>
                  </a:lnTo>
                  <a:lnTo>
                    <a:pt x="232200" y="914024"/>
                  </a:lnTo>
                  <a:lnTo>
                    <a:pt x="271360" y="936170"/>
                  </a:lnTo>
                  <a:lnTo>
                    <a:pt x="312631" y="954754"/>
                  </a:lnTo>
                  <a:lnTo>
                    <a:pt x="355804" y="969570"/>
                  </a:lnTo>
                  <a:lnTo>
                    <a:pt x="400672" y="980409"/>
                  </a:lnTo>
                  <a:lnTo>
                    <a:pt x="447028" y="987065"/>
                  </a:lnTo>
                  <a:lnTo>
                    <a:pt x="494665" y="989329"/>
                  </a:lnTo>
                  <a:lnTo>
                    <a:pt x="1833117" y="989329"/>
                  </a:lnTo>
                  <a:lnTo>
                    <a:pt x="1880754" y="987065"/>
                  </a:lnTo>
                  <a:lnTo>
                    <a:pt x="1927110" y="980409"/>
                  </a:lnTo>
                  <a:lnTo>
                    <a:pt x="1971978" y="969570"/>
                  </a:lnTo>
                  <a:lnTo>
                    <a:pt x="2015151" y="954754"/>
                  </a:lnTo>
                  <a:lnTo>
                    <a:pt x="2056422" y="936170"/>
                  </a:lnTo>
                  <a:lnTo>
                    <a:pt x="2095582" y="914024"/>
                  </a:lnTo>
                  <a:lnTo>
                    <a:pt x="2132425" y="888524"/>
                  </a:lnTo>
                  <a:lnTo>
                    <a:pt x="2166744" y="859877"/>
                  </a:lnTo>
                  <a:lnTo>
                    <a:pt x="2198330" y="828291"/>
                  </a:lnTo>
                  <a:lnTo>
                    <a:pt x="2226977" y="793972"/>
                  </a:lnTo>
                  <a:lnTo>
                    <a:pt x="2252477" y="757129"/>
                  </a:lnTo>
                  <a:lnTo>
                    <a:pt x="2274623" y="717969"/>
                  </a:lnTo>
                  <a:lnTo>
                    <a:pt x="2293207" y="676698"/>
                  </a:lnTo>
                  <a:lnTo>
                    <a:pt x="2308023" y="633525"/>
                  </a:lnTo>
                  <a:lnTo>
                    <a:pt x="2318862" y="588657"/>
                  </a:lnTo>
                  <a:lnTo>
                    <a:pt x="2325518" y="542301"/>
                  </a:lnTo>
                  <a:lnTo>
                    <a:pt x="2327782" y="494664"/>
                  </a:lnTo>
                  <a:lnTo>
                    <a:pt x="2325518" y="447028"/>
                  </a:lnTo>
                  <a:lnTo>
                    <a:pt x="2318862" y="400672"/>
                  </a:lnTo>
                  <a:lnTo>
                    <a:pt x="2308023" y="355804"/>
                  </a:lnTo>
                  <a:lnTo>
                    <a:pt x="2293207" y="312631"/>
                  </a:lnTo>
                  <a:lnTo>
                    <a:pt x="2274623" y="271360"/>
                  </a:lnTo>
                  <a:lnTo>
                    <a:pt x="2252477" y="232200"/>
                  </a:lnTo>
                  <a:lnTo>
                    <a:pt x="2226977" y="195357"/>
                  </a:lnTo>
                  <a:lnTo>
                    <a:pt x="2198330" y="161038"/>
                  </a:lnTo>
                  <a:lnTo>
                    <a:pt x="2166744" y="129452"/>
                  </a:lnTo>
                  <a:lnTo>
                    <a:pt x="2132425" y="100805"/>
                  </a:lnTo>
                  <a:lnTo>
                    <a:pt x="2095582" y="75305"/>
                  </a:lnTo>
                  <a:lnTo>
                    <a:pt x="2056422" y="53159"/>
                  </a:lnTo>
                  <a:lnTo>
                    <a:pt x="2015151" y="34575"/>
                  </a:lnTo>
                  <a:lnTo>
                    <a:pt x="1971978" y="19759"/>
                  </a:lnTo>
                  <a:lnTo>
                    <a:pt x="1927110" y="8920"/>
                  </a:lnTo>
                  <a:lnTo>
                    <a:pt x="1880754" y="2264"/>
                  </a:lnTo>
                  <a:lnTo>
                    <a:pt x="1833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87981" y="6923786"/>
              <a:ext cx="598932" cy="35813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87269" y="6923786"/>
              <a:ext cx="179831" cy="3581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77186" y="6923786"/>
              <a:ext cx="1040485" cy="358139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1414272" y="8078723"/>
            <a:ext cx="2327910" cy="989330"/>
            <a:chOff x="1414272" y="8078723"/>
            <a:chExt cx="2327910" cy="989330"/>
          </a:xfrm>
        </p:grpSpPr>
        <p:sp>
          <p:nvSpPr>
            <p:cNvPr id="44" name="object 44"/>
            <p:cNvSpPr/>
            <p:nvPr/>
          </p:nvSpPr>
          <p:spPr>
            <a:xfrm>
              <a:off x="1414272" y="8078723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10" h="989329">
                  <a:moveTo>
                    <a:pt x="1833117" y="0"/>
                  </a:moveTo>
                  <a:lnTo>
                    <a:pt x="494665" y="0"/>
                  </a:lnTo>
                  <a:lnTo>
                    <a:pt x="447028" y="2263"/>
                  </a:lnTo>
                  <a:lnTo>
                    <a:pt x="400672" y="8915"/>
                  </a:lnTo>
                  <a:lnTo>
                    <a:pt x="355804" y="19749"/>
                  </a:lnTo>
                  <a:lnTo>
                    <a:pt x="312631" y="34558"/>
                  </a:lnTo>
                  <a:lnTo>
                    <a:pt x="271360" y="53136"/>
                  </a:lnTo>
                  <a:lnTo>
                    <a:pt x="232200" y="75274"/>
                  </a:lnTo>
                  <a:lnTo>
                    <a:pt x="195357" y="100767"/>
                  </a:lnTo>
                  <a:lnTo>
                    <a:pt x="161038" y="129407"/>
                  </a:lnTo>
                  <a:lnTo>
                    <a:pt x="129452" y="160988"/>
                  </a:lnTo>
                  <a:lnTo>
                    <a:pt x="100805" y="195302"/>
                  </a:lnTo>
                  <a:lnTo>
                    <a:pt x="75305" y="232143"/>
                  </a:lnTo>
                  <a:lnTo>
                    <a:pt x="53159" y="271304"/>
                  </a:lnTo>
                  <a:lnTo>
                    <a:pt x="34575" y="312578"/>
                  </a:lnTo>
                  <a:lnTo>
                    <a:pt x="19759" y="355758"/>
                  </a:lnTo>
                  <a:lnTo>
                    <a:pt x="8920" y="400637"/>
                  </a:lnTo>
                  <a:lnTo>
                    <a:pt x="2264" y="447008"/>
                  </a:lnTo>
                  <a:lnTo>
                    <a:pt x="0" y="494664"/>
                  </a:lnTo>
                  <a:lnTo>
                    <a:pt x="2264" y="542300"/>
                  </a:lnTo>
                  <a:lnTo>
                    <a:pt x="8920" y="588655"/>
                  </a:lnTo>
                  <a:lnTo>
                    <a:pt x="19759" y="633520"/>
                  </a:lnTo>
                  <a:lnTo>
                    <a:pt x="34575" y="676689"/>
                  </a:lnTo>
                  <a:lnTo>
                    <a:pt x="53159" y="717956"/>
                  </a:lnTo>
                  <a:lnTo>
                    <a:pt x="75305" y="757111"/>
                  </a:lnTo>
                  <a:lnTo>
                    <a:pt x="100805" y="793949"/>
                  </a:lnTo>
                  <a:lnTo>
                    <a:pt x="129452" y="828262"/>
                  </a:lnTo>
                  <a:lnTo>
                    <a:pt x="161038" y="859843"/>
                  </a:lnTo>
                  <a:lnTo>
                    <a:pt x="195357" y="888484"/>
                  </a:lnTo>
                  <a:lnTo>
                    <a:pt x="232200" y="913979"/>
                  </a:lnTo>
                  <a:lnTo>
                    <a:pt x="271360" y="936120"/>
                  </a:lnTo>
                  <a:lnTo>
                    <a:pt x="312631" y="954700"/>
                  </a:lnTo>
                  <a:lnTo>
                    <a:pt x="355804" y="969512"/>
                  </a:lnTo>
                  <a:lnTo>
                    <a:pt x="400672" y="980348"/>
                  </a:lnTo>
                  <a:lnTo>
                    <a:pt x="447028" y="987002"/>
                  </a:lnTo>
                  <a:lnTo>
                    <a:pt x="494665" y="989266"/>
                  </a:lnTo>
                  <a:lnTo>
                    <a:pt x="1833117" y="989266"/>
                  </a:lnTo>
                  <a:lnTo>
                    <a:pt x="1880754" y="987002"/>
                  </a:lnTo>
                  <a:lnTo>
                    <a:pt x="1927110" y="980348"/>
                  </a:lnTo>
                  <a:lnTo>
                    <a:pt x="1971978" y="969512"/>
                  </a:lnTo>
                  <a:lnTo>
                    <a:pt x="2015151" y="954700"/>
                  </a:lnTo>
                  <a:lnTo>
                    <a:pt x="2056422" y="936120"/>
                  </a:lnTo>
                  <a:lnTo>
                    <a:pt x="2095582" y="913979"/>
                  </a:lnTo>
                  <a:lnTo>
                    <a:pt x="2132425" y="888484"/>
                  </a:lnTo>
                  <a:lnTo>
                    <a:pt x="2166744" y="859843"/>
                  </a:lnTo>
                  <a:lnTo>
                    <a:pt x="2198330" y="828262"/>
                  </a:lnTo>
                  <a:lnTo>
                    <a:pt x="2226977" y="793949"/>
                  </a:lnTo>
                  <a:lnTo>
                    <a:pt x="2252477" y="757111"/>
                  </a:lnTo>
                  <a:lnTo>
                    <a:pt x="2274623" y="717956"/>
                  </a:lnTo>
                  <a:lnTo>
                    <a:pt x="2293207" y="676689"/>
                  </a:lnTo>
                  <a:lnTo>
                    <a:pt x="2308023" y="633520"/>
                  </a:lnTo>
                  <a:lnTo>
                    <a:pt x="2318862" y="588655"/>
                  </a:lnTo>
                  <a:lnTo>
                    <a:pt x="2325518" y="542300"/>
                  </a:lnTo>
                  <a:lnTo>
                    <a:pt x="2327782" y="494664"/>
                  </a:lnTo>
                  <a:lnTo>
                    <a:pt x="2325518" y="447008"/>
                  </a:lnTo>
                  <a:lnTo>
                    <a:pt x="2318862" y="400637"/>
                  </a:lnTo>
                  <a:lnTo>
                    <a:pt x="2308023" y="355758"/>
                  </a:lnTo>
                  <a:lnTo>
                    <a:pt x="2293207" y="312578"/>
                  </a:lnTo>
                  <a:lnTo>
                    <a:pt x="2274623" y="271304"/>
                  </a:lnTo>
                  <a:lnTo>
                    <a:pt x="2252477" y="232143"/>
                  </a:lnTo>
                  <a:lnTo>
                    <a:pt x="2226977" y="195302"/>
                  </a:lnTo>
                  <a:lnTo>
                    <a:pt x="2198330" y="160988"/>
                  </a:lnTo>
                  <a:lnTo>
                    <a:pt x="2166744" y="129407"/>
                  </a:lnTo>
                  <a:lnTo>
                    <a:pt x="2132425" y="100767"/>
                  </a:lnTo>
                  <a:lnTo>
                    <a:pt x="2095582" y="75274"/>
                  </a:lnTo>
                  <a:lnTo>
                    <a:pt x="2056422" y="53136"/>
                  </a:lnTo>
                  <a:lnTo>
                    <a:pt x="2015151" y="34558"/>
                  </a:lnTo>
                  <a:lnTo>
                    <a:pt x="1971978" y="19749"/>
                  </a:lnTo>
                  <a:lnTo>
                    <a:pt x="1927110" y="8915"/>
                  </a:lnTo>
                  <a:lnTo>
                    <a:pt x="1880754" y="2263"/>
                  </a:lnTo>
                  <a:lnTo>
                    <a:pt x="1833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81530" y="8243950"/>
              <a:ext cx="1134198" cy="35813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950466" y="8498458"/>
              <a:ext cx="1435481" cy="358139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4069969" y="8130540"/>
            <a:ext cx="4733925" cy="875030"/>
            <a:chOff x="4069969" y="8130540"/>
            <a:chExt cx="4733925" cy="875030"/>
          </a:xfrm>
        </p:grpSpPr>
        <p:pic>
          <p:nvPicPr>
            <p:cNvPr id="48" name="object 4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9969" y="8130540"/>
              <a:ext cx="1146048" cy="29108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136769" y="8130540"/>
              <a:ext cx="872604" cy="29108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64301" y="8130540"/>
              <a:ext cx="2321128" cy="29108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069969" y="8421319"/>
              <a:ext cx="1839849" cy="29138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88685" y="8421319"/>
              <a:ext cx="324612" cy="2913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38490" y="8130540"/>
              <a:ext cx="564896" cy="58216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15404" y="8421319"/>
              <a:ext cx="866241" cy="2913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368285" y="8421319"/>
              <a:ext cx="769874" cy="29138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069969" y="8714486"/>
              <a:ext cx="1252270" cy="29108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261736" y="8714486"/>
              <a:ext cx="867371" cy="29108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77076" y="8714486"/>
              <a:ext cx="1359916" cy="2910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13422" y="8714486"/>
              <a:ext cx="106679" cy="291084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3720571" y="5242814"/>
            <a:ext cx="562863" cy="29108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4502637" y="5242814"/>
            <a:ext cx="1088707" cy="29108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2338304" y="5242814"/>
            <a:ext cx="1156715" cy="582168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828517" y="5242814"/>
            <a:ext cx="1224280" cy="29108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3601700" y="5533897"/>
            <a:ext cx="326898" cy="291084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4031467" y="5533897"/>
            <a:ext cx="1055827" cy="291084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5167102" y="5533897"/>
            <a:ext cx="473455" cy="291084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5734030" y="5533897"/>
            <a:ext cx="1329309" cy="291084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12338304" y="5826505"/>
            <a:ext cx="3648710" cy="291465"/>
            <a:chOff x="12338304" y="5826505"/>
            <a:chExt cx="3648710" cy="291465"/>
          </a:xfrm>
        </p:grpSpPr>
        <p:pic>
          <p:nvPicPr>
            <p:cNvPr id="69" name="object 6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338304" y="5826505"/>
              <a:ext cx="1095565" cy="29108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365480" y="5826505"/>
              <a:ext cx="560832" cy="29108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3840968" y="5826505"/>
              <a:ext cx="987894" cy="29108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772386" y="5826505"/>
              <a:ext cx="1208671" cy="29108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880334" y="5826505"/>
              <a:ext cx="106680" cy="291084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9681971" y="5191252"/>
            <a:ext cx="2327910" cy="989330"/>
            <a:chOff x="9681971" y="5191252"/>
            <a:chExt cx="2327910" cy="989330"/>
          </a:xfrm>
        </p:grpSpPr>
        <p:sp>
          <p:nvSpPr>
            <p:cNvPr id="75" name="object 75"/>
            <p:cNvSpPr/>
            <p:nvPr/>
          </p:nvSpPr>
          <p:spPr>
            <a:xfrm>
              <a:off x="9681971" y="5191252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09" h="989329">
                  <a:moveTo>
                    <a:pt x="1833118" y="0"/>
                  </a:moveTo>
                  <a:lnTo>
                    <a:pt x="494664" y="0"/>
                  </a:lnTo>
                  <a:lnTo>
                    <a:pt x="447028" y="2264"/>
                  </a:lnTo>
                  <a:lnTo>
                    <a:pt x="400672" y="8920"/>
                  </a:lnTo>
                  <a:lnTo>
                    <a:pt x="355804" y="19759"/>
                  </a:lnTo>
                  <a:lnTo>
                    <a:pt x="312631" y="34575"/>
                  </a:lnTo>
                  <a:lnTo>
                    <a:pt x="271360" y="53159"/>
                  </a:lnTo>
                  <a:lnTo>
                    <a:pt x="232200" y="75305"/>
                  </a:lnTo>
                  <a:lnTo>
                    <a:pt x="195357" y="100805"/>
                  </a:lnTo>
                  <a:lnTo>
                    <a:pt x="161038" y="129452"/>
                  </a:lnTo>
                  <a:lnTo>
                    <a:pt x="129452" y="161038"/>
                  </a:lnTo>
                  <a:lnTo>
                    <a:pt x="100805" y="195357"/>
                  </a:lnTo>
                  <a:lnTo>
                    <a:pt x="75305" y="232200"/>
                  </a:lnTo>
                  <a:lnTo>
                    <a:pt x="53159" y="271360"/>
                  </a:lnTo>
                  <a:lnTo>
                    <a:pt x="34575" y="312631"/>
                  </a:lnTo>
                  <a:lnTo>
                    <a:pt x="19759" y="355804"/>
                  </a:lnTo>
                  <a:lnTo>
                    <a:pt x="8920" y="400672"/>
                  </a:lnTo>
                  <a:lnTo>
                    <a:pt x="2264" y="447028"/>
                  </a:lnTo>
                  <a:lnTo>
                    <a:pt x="0" y="494664"/>
                  </a:lnTo>
                  <a:lnTo>
                    <a:pt x="2264" y="542301"/>
                  </a:lnTo>
                  <a:lnTo>
                    <a:pt x="8920" y="588657"/>
                  </a:lnTo>
                  <a:lnTo>
                    <a:pt x="19759" y="633525"/>
                  </a:lnTo>
                  <a:lnTo>
                    <a:pt x="34575" y="676698"/>
                  </a:lnTo>
                  <a:lnTo>
                    <a:pt x="53159" y="717969"/>
                  </a:lnTo>
                  <a:lnTo>
                    <a:pt x="75305" y="757129"/>
                  </a:lnTo>
                  <a:lnTo>
                    <a:pt x="100805" y="793972"/>
                  </a:lnTo>
                  <a:lnTo>
                    <a:pt x="129452" y="828291"/>
                  </a:lnTo>
                  <a:lnTo>
                    <a:pt x="161038" y="859877"/>
                  </a:lnTo>
                  <a:lnTo>
                    <a:pt x="195357" y="888524"/>
                  </a:lnTo>
                  <a:lnTo>
                    <a:pt x="232200" y="914024"/>
                  </a:lnTo>
                  <a:lnTo>
                    <a:pt x="271360" y="936170"/>
                  </a:lnTo>
                  <a:lnTo>
                    <a:pt x="312631" y="954754"/>
                  </a:lnTo>
                  <a:lnTo>
                    <a:pt x="355804" y="969570"/>
                  </a:lnTo>
                  <a:lnTo>
                    <a:pt x="400672" y="980409"/>
                  </a:lnTo>
                  <a:lnTo>
                    <a:pt x="447028" y="987065"/>
                  </a:lnTo>
                  <a:lnTo>
                    <a:pt x="494664" y="989330"/>
                  </a:lnTo>
                  <a:lnTo>
                    <a:pt x="1833118" y="989330"/>
                  </a:lnTo>
                  <a:lnTo>
                    <a:pt x="1880754" y="987065"/>
                  </a:lnTo>
                  <a:lnTo>
                    <a:pt x="1927110" y="980409"/>
                  </a:lnTo>
                  <a:lnTo>
                    <a:pt x="1971978" y="969570"/>
                  </a:lnTo>
                  <a:lnTo>
                    <a:pt x="2015151" y="954754"/>
                  </a:lnTo>
                  <a:lnTo>
                    <a:pt x="2056422" y="936170"/>
                  </a:lnTo>
                  <a:lnTo>
                    <a:pt x="2095582" y="914024"/>
                  </a:lnTo>
                  <a:lnTo>
                    <a:pt x="2132425" y="888524"/>
                  </a:lnTo>
                  <a:lnTo>
                    <a:pt x="2166744" y="859877"/>
                  </a:lnTo>
                  <a:lnTo>
                    <a:pt x="2198330" y="828291"/>
                  </a:lnTo>
                  <a:lnTo>
                    <a:pt x="2226977" y="793972"/>
                  </a:lnTo>
                  <a:lnTo>
                    <a:pt x="2252477" y="757129"/>
                  </a:lnTo>
                  <a:lnTo>
                    <a:pt x="2274623" y="717969"/>
                  </a:lnTo>
                  <a:lnTo>
                    <a:pt x="2293207" y="676698"/>
                  </a:lnTo>
                  <a:lnTo>
                    <a:pt x="2308023" y="633525"/>
                  </a:lnTo>
                  <a:lnTo>
                    <a:pt x="2318862" y="588657"/>
                  </a:lnTo>
                  <a:lnTo>
                    <a:pt x="2325518" y="542301"/>
                  </a:lnTo>
                  <a:lnTo>
                    <a:pt x="2327782" y="494664"/>
                  </a:lnTo>
                  <a:lnTo>
                    <a:pt x="2325518" y="447028"/>
                  </a:lnTo>
                  <a:lnTo>
                    <a:pt x="2318862" y="400672"/>
                  </a:lnTo>
                  <a:lnTo>
                    <a:pt x="2308023" y="355804"/>
                  </a:lnTo>
                  <a:lnTo>
                    <a:pt x="2293207" y="312631"/>
                  </a:lnTo>
                  <a:lnTo>
                    <a:pt x="2274623" y="271360"/>
                  </a:lnTo>
                  <a:lnTo>
                    <a:pt x="2252477" y="232200"/>
                  </a:lnTo>
                  <a:lnTo>
                    <a:pt x="2226977" y="195357"/>
                  </a:lnTo>
                  <a:lnTo>
                    <a:pt x="2198330" y="161038"/>
                  </a:lnTo>
                  <a:lnTo>
                    <a:pt x="2166744" y="129452"/>
                  </a:lnTo>
                  <a:lnTo>
                    <a:pt x="2132425" y="100805"/>
                  </a:lnTo>
                  <a:lnTo>
                    <a:pt x="2095582" y="75305"/>
                  </a:lnTo>
                  <a:lnTo>
                    <a:pt x="2056422" y="53159"/>
                  </a:lnTo>
                  <a:lnTo>
                    <a:pt x="2015151" y="34575"/>
                  </a:lnTo>
                  <a:lnTo>
                    <a:pt x="1971978" y="19759"/>
                  </a:lnTo>
                  <a:lnTo>
                    <a:pt x="1927110" y="8920"/>
                  </a:lnTo>
                  <a:lnTo>
                    <a:pt x="1880754" y="2264"/>
                  </a:lnTo>
                  <a:lnTo>
                    <a:pt x="1833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130281" y="5480050"/>
              <a:ext cx="1592072" cy="358139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9681971" y="6634988"/>
            <a:ext cx="2327910" cy="989330"/>
            <a:chOff x="9681971" y="6634988"/>
            <a:chExt cx="2327910" cy="989330"/>
          </a:xfrm>
        </p:grpSpPr>
        <p:sp>
          <p:nvSpPr>
            <p:cNvPr id="78" name="object 78"/>
            <p:cNvSpPr/>
            <p:nvPr/>
          </p:nvSpPr>
          <p:spPr>
            <a:xfrm>
              <a:off x="9681971" y="6634988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09" h="989329">
                  <a:moveTo>
                    <a:pt x="1833118" y="0"/>
                  </a:moveTo>
                  <a:lnTo>
                    <a:pt x="494664" y="0"/>
                  </a:lnTo>
                  <a:lnTo>
                    <a:pt x="447028" y="2264"/>
                  </a:lnTo>
                  <a:lnTo>
                    <a:pt x="400672" y="8920"/>
                  </a:lnTo>
                  <a:lnTo>
                    <a:pt x="355804" y="19759"/>
                  </a:lnTo>
                  <a:lnTo>
                    <a:pt x="312631" y="34575"/>
                  </a:lnTo>
                  <a:lnTo>
                    <a:pt x="271360" y="53159"/>
                  </a:lnTo>
                  <a:lnTo>
                    <a:pt x="232200" y="75305"/>
                  </a:lnTo>
                  <a:lnTo>
                    <a:pt x="195357" y="100805"/>
                  </a:lnTo>
                  <a:lnTo>
                    <a:pt x="161038" y="129452"/>
                  </a:lnTo>
                  <a:lnTo>
                    <a:pt x="129452" y="161038"/>
                  </a:lnTo>
                  <a:lnTo>
                    <a:pt x="100805" y="195357"/>
                  </a:lnTo>
                  <a:lnTo>
                    <a:pt x="75305" y="232200"/>
                  </a:lnTo>
                  <a:lnTo>
                    <a:pt x="53159" y="271360"/>
                  </a:lnTo>
                  <a:lnTo>
                    <a:pt x="34575" y="312631"/>
                  </a:lnTo>
                  <a:lnTo>
                    <a:pt x="19759" y="355804"/>
                  </a:lnTo>
                  <a:lnTo>
                    <a:pt x="8920" y="400672"/>
                  </a:lnTo>
                  <a:lnTo>
                    <a:pt x="2264" y="447028"/>
                  </a:lnTo>
                  <a:lnTo>
                    <a:pt x="0" y="494664"/>
                  </a:lnTo>
                  <a:lnTo>
                    <a:pt x="2264" y="542301"/>
                  </a:lnTo>
                  <a:lnTo>
                    <a:pt x="8920" y="588657"/>
                  </a:lnTo>
                  <a:lnTo>
                    <a:pt x="19759" y="633525"/>
                  </a:lnTo>
                  <a:lnTo>
                    <a:pt x="34575" y="676698"/>
                  </a:lnTo>
                  <a:lnTo>
                    <a:pt x="53159" y="717969"/>
                  </a:lnTo>
                  <a:lnTo>
                    <a:pt x="75305" y="757129"/>
                  </a:lnTo>
                  <a:lnTo>
                    <a:pt x="100805" y="793972"/>
                  </a:lnTo>
                  <a:lnTo>
                    <a:pt x="129452" y="828291"/>
                  </a:lnTo>
                  <a:lnTo>
                    <a:pt x="161038" y="859877"/>
                  </a:lnTo>
                  <a:lnTo>
                    <a:pt x="195357" y="888524"/>
                  </a:lnTo>
                  <a:lnTo>
                    <a:pt x="232200" y="914024"/>
                  </a:lnTo>
                  <a:lnTo>
                    <a:pt x="271360" y="936170"/>
                  </a:lnTo>
                  <a:lnTo>
                    <a:pt x="312631" y="954754"/>
                  </a:lnTo>
                  <a:lnTo>
                    <a:pt x="355804" y="969570"/>
                  </a:lnTo>
                  <a:lnTo>
                    <a:pt x="400672" y="980409"/>
                  </a:lnTo>
                  <a:lnTo>
                    <a:pt x="447028" y="987065"/>
                  </a:lnTo>
                  <a:lnTo>
                    <a:pt x="494664" y="989329"/>
                  </a:lnTo>
                  <a:lnTo>
                    <a:pt x="1833118" y="989329"/>
                  </a:lnTo>
                  <a:lnTo>
                    <a:pt x="1880754" y="987065"/>
                  </a:lnTo>
                  <a:lnTo>
                    <a:pt x="1927110" y="980409"/>
                  </a:lnTo>
                  <a:lnTo>
                    <a:pt x="1971978" y="969570"/>
                  </a:lnTo>
                  <a:lnTo>
                    <a:pt x="2015151" y="954754"/>
                  </a:lnTo>
                  <a:lnTo>
                    <a:pt x="2056422" y="936170"/>
                  </a:lnTo>
                  <a:lnTo>
                    <a:pt x="2095582" y="914024"/>
                  </a:lnTo>
                  <a:lnTo>
                    <a:pt x="2132425" y="888524"/>
                  </a:lnTo>
                  <a:lnTo>
                    <a:pt x="2166744" y="859877"/>
                  </a:lnTo>
                  <a:lnTo>
                    <a:pt x="2198330" y="828291"/>
                  </a:lnTo>
                  <a:lnTo>
                    <a:pt x="2226977" y="793972"/>
                  </a:lnTo>
                  <a:lnTo>
                    <a:pt x="2252477" y="757129"/>
                  </a:lnTo>
                  <a:lnTo>
                    <a:pt x="2274623" y="717969"/>
                  </a:lnTo>
                  <a:lnTo>
                    <a:pt x="2293207" y="676698"/>
                  </a:lnTo>
                  <a:lnTo>
                    <a:pt x="2308023" y="633525"/>
                  </a:lnTo>
                  <a:lnTo>
                    <a:pt x="2318862" y="588657"/>
                  </a:lnTo>
                  <a:lnTo>
                    <a:pt x="2325518" y="542301"/>
                  </a:lnTo>
                  <a:lnTo>
                    <a:pt x="2327782" y="494664"/>
                  </a:lnTo>
                  <a:lnTo>
                    <a:pt x="2325518" y="447028"/>
                  </a:lnTo>
                  <a:lnTo>
                    <a:pt x="2318862" y="400672"/>
                  </a:lnTo>
                  <a:lnTo>
                    <a:pt x="2308023" y="355804"/>
                  </a:lnTo>
                  <a:lnTo>
                    <a:pt x="2293207" y="312631"/>
                  </a:lnTo>
                  <a:lnTo>
                    <a:pt x="2274623" y="271360"/>
                  </a:lnTo>
                  <a:lnTo>
                    <a:pt x="2252477" y="232200"/>
                  </a:lnTo>
                  <a:lnTo>
                    <a:pt x="2226977" y="195357"/>
                  </a:lnTo>
                  <a:lnTo>
                    <a:pt x="2198330" y="161038"/>
                  </a:lnTo>
                  <a:lnTo>
                    <a:pt x="2166744" y="129452"/>
                  </a:lnTo>
                  <a:lnTo>
                    <a:pt x="2132425" y="100805"/>
                  </a:lnTo>
                  <a:lnTo>
                    <a:pt x="2095582" y="75305"/>
                  </a:lnTo>
                  <a:lnTo>
                    <a:pt x="2056422" y="53159"/>
                  </a:lnTo>
                  <a:lnTo>
                    <a:pt x="2015151" y="34575"/>
                  </a:lnTo>
                  <a:lnTo>
                    <a:pt x="1971978" y="19759"/>
                  </a:lnTo>
                  <a:lnTo>
                    <a:pt x="1927110" y="8920"/>
                  </a:lnTo>
                  <a:lnTo>
                    <a:pt x="1880754" y="2264"/>
                  </a:lnTo>
                  <a:lnTo>
                    <a:pt x="1833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261345" y="6800088"/>
              <a:ext cx="1380363" cy="35813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218673" y="7054596"/>
              <a:ext cx="1435480" cy="358139"/>
            </a:xfrm>
            <a:prstGeom prst="rect">
              <a:avLst/>
            </a:prstGeom>
          </p:spPr>
        </p:pic>
      </p:grpSp>
      <p:grpSp>
        <p:nvGrpSpPr>
          <p:cNvPr id="81" name="object 81"/>
          <p:cNvGrpSpPr/>
          <p:nvPr/>
        </p:nvGrpSpPr>
        <p:grpSpPr>
          <a:xfrm>
            <a:off x="9681971" y="8078723"/>
            <a:ext cx="2327910" cy="989330"/>
            <a:chOff x="9681971" y="8078723"/>
            <a:chExt cx="2327910" cy="989330"/>
          </a:xfrm>
        </p:grpSpPr>
        <p:sp>
          <p:nvSpPr>
            <p:cNvPr id="82" name="object 82"/>
            <p:cNvSpPr/>
            <p:nvPr/>
          </p:nvSpPr>
          <p:spPr>
            <a:xfrm>
              <a:off x="9681971" y="8078723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09" h="989329">
                  <a:moveTo>
                    <a:pt x="1833118" y="0"/>
                  </a:moveTo>
                  <a:lnTo>
                    <a:pt x="494664" y="0"/>
                  </a:lnTo>
                  <a:lnTo>
                    <a:pt x="447028" y="2263"/>
                  </a:lnTo>
                  <a:lnTo>
                    <a:pt x="400672" y="8915"/>
                  </a:lnTo>
                  <a:lnTo>
                    <a:pt x="355804" y="19749"/>
                  </a:lnTo>
                  <a:lnTo>
                    <a:pt x="312631" y="34558"/>
                  </a:lnTo>
                  <a:lnTo>
                    <a:pt x="271360" y="53136"/>
                  </a:lnTo>
                  <a:lnTo>
                    <a:pt x="232200" y="75274"/>
                  </a:lnTo>
                  <a:lnTo>
                    <a:pt x="195357" y="100767"/>
                  </a:lnTo>
                  <a:lnTo>
                    <a:pt x="161038" y="129407"/>
                  </a:lnTo>
                  <a:lnTo>
                    <a:pt x="129452" y="160988"/>
                  </a:lnTo>
                  <a:lnTo>
                    <a:pt x="100805" y="195302"/>
                  </a:lnTo>
                  <a:lnTo>
                    <a:pt x="75305" y="232143"/>
                  </a:lnTo>
                  <a:lnTo>
                    <a:pt x="53159" y="271304"/>
                  </a:lnTo>
                  <a:lnTo>
                    <a:pt x="34575" y="312578"/>
                  </a:lnTo>
                  <a:lnTo>
                    <a:pt x="19759" y="355758"/>
                  </a:lnTo>
                  <a:lnTo>
                    <a:pt x="8920" y="400637"/>
                  </a:lnTo>
                  <a:lnTo>
                    <a:pt x="2264" y="447008"/>
                  </a:lnTo>
                  <a:lnTo>
                    <a:pt x="0" y="494664"/>
                  </a:lnTo>
                  <a:lnTo>
                    <a:pt x="2264" y="542300"/>
                  </a:lnTo>
                  <a:lnTo>
                    <a:pt x="8920" y="588655"/>
                  </a:lnTo>
                  <a:lnTo>
                    <a:pt x="19759" y="633520"/>
                  </a:lnTo>
                  <a:lnTo>
                    <a:pt x="34575" y="676689"/>
                  </a:lnTo>
                  <a:lnTo>
                    <a:pt x="53159" y="717956"/>
                  </a:lnTo>
                  <a:lnTo>
                    <a:pt x="75305" y="757111"/>
                  </a:lnTo>
                  <a:lnTo>
                    <a:pt x="100805" y="793949"/>
                  </a:lnTo>
                  <a:lnTo>
                    <a:pt x="129452" y="828262"/>
                  </a:lnTo>
                  <a:lnTo>
                    <a:pt x="161038" y="859843"/>
                  </a:lnTo>
                  <a:lnTo>
                    <a:pt x="195357" y="888484"/>
                  </a:lnTo>
                  <a:lnTo>
                    <a:pt x="232200" y="913979"/>
                  </a:lnTo>
                  <a:lnTo>
                    <a:pt x="271360" y="936120"/>
                  </a:lnTo>
                  <a:lnTo>
                    <a:pt x="312631" y="954700"/>
                  </a:lnTo>
                  <a:lnTo>
                    <a:pt x="355804" y="969512"/>
                  </a:lnTo>
                  <a:lnTo>
                    <a:pt x="400672" y="980348"/>
                  </a:lnTo>
                  <a:lnTo>
                    <a:pt x="447028" y="987002"/>
                  </a:lnTo>
                  <a:lnTo>
                    <a:pt x="494664" y="989266"/>
                  </a:lnTo>
                  <a:lnTo>
                    <a:pt x="1833118" y="989266"/>
                  </a:lnTo>
                  <a:lnTo>
                    <a:pt x="1880754" y="987002"/>
                  </a:lnTo>
                  <a:lnTo>
                    <a:pt x="1927110" y="980348"/>
                  </a:lnTo>
                  <a:lnTo>
                    <a:pt x="1971978" y="969512"/>
                  </a:lnTo>
                  <a:lnTo>
                    <a:pt x="2015151" y="954700"/>
                  </a:lnTo>
                  <a:lnTo>
                    <a:pt x="2056422" y="936120"/>
                  </a:lnTo>
                  <a:lnTo>
                    <a:pt x="2095582" y="913979"/>
                  </a:lnTo>
                  <a:lnTo>
                    <a:pt x="2132425" y="888484"/>
                  </a:lnTo>
                  <a:lnTo>
                    <a:pt x="2166744" y="859843"/>
                  </a:lnTo>
                  <a:lnTo>
                    <a:pt x="2198330" y="828262"/>
                  </a:lnTo>
                  <a:lnTo>
                    <a:pt x="2226977" y="793949"/>
                  </a:lnTo>
                  <a:lnTo>
                    <a:pt x="2252477" y="757111"/>
                  </a:lnTo>
                  <a:lnTo>
                    <a:pt x="2274623" y="717956"/>
                  </a:lnTo>
                  <a:lnTo>
                    <a:pt x="2293207" y="676689"/>
                  </a:lnTo>
                  <a:lnTo>
                    <a:pt x="2308023" y="633520"/>
                  </a:lnTo>
                  <a:lnTo>
                    <a:pt x="2318862" y="588655"/>
                  </a:lnTo>
                  <a:lnTo>
                    <a:pt x="2325518" y="542300"/>
                  </a:lnTo>
                  <a:lnTo>
                    <a:pt x="2327782" y="494664"/>
                  </a:lnTo>
                  <a:lnTo>
                    <a:pt x="2325518" y="447008"/>
                  </a:lnTo>
                  <a:lnTo>
                    <a:pt x="2318862" y="400637"/>
                  </a:lnTo>
                  <a:lnTo>
                    <a:pt x="2308023" y="355758"/>
                  </a:lnTo>
                  <a:lnTo>
                    <a:pt x="2293207" y="312578"/>
                  </a:lnTo>
                  <a:lnTo>
                    <a:pt x="2274623" y="271304"/>
                  </a:lnTo>
                  <a:lnTo>
                    <a:pt x="2252477" y="232143"/>
                  </a:lnTo>
                  <a:lnTo>
                    <a:pt x="2226977" y="195302"/>
                  </a:lnTo>
                  <a:lnTo>
                    <a:pt x="2198330" y="160988"/>
                  </a:lnTo>
                  <a:lnTo>
                    <a:pt x="2166744" y="129407"/>
                  </a:lnTo>
                  <a:lnTo>
                    <a:pt x="2132425" y="100767"/>
                  </a:lnTo>
                  <a:lnTo>
                    <a:pt x="2095582" y="75274"/>
                  </a:lnTo>
                  <a:lnTo>
                    <a:pt x="2056422" y="53136"/>
                  </a:lnTo>
                  <a:lnTo>
                    <a:pt x="2015151" y="34558"/>
                  </a:lnTo>
                  <a:lnTo>
                    <a:pt x="1971978" y="19749"/>
                  </a:lnTo>
                  <a:lnTo>
                    <a:pt x="1927110" y="8915"/>
                  </a:lnTo>
                  <a:lnTo>
                    <a:pt x="1880754" y="2263"/>
                  </a:lnTo>
                  <a:lnTo>
                    <a:pt x="1833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289158" y="8243950"/>
              <a:ext cx="1332229" cy="35813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209910" y="8498458"/>
              <a:ext cx="1431544" cy="358139"/>
            </a:xfrm>
            <a:prstGeom prst="rect">
              <a:avLst/>
            </a:prstGeom>
          </p:spPr>
        </p:pic>
      </p:grpSp>
      <p:grpSp>
        <p:nvGrpSpPr>
          <p:cNvPr id="85" name="object 85"/>
          <p:cNvGrpSpPr/>
          <p:nvPr/>
        </p:nvGrpSpPr>
        <p:grpSpPr>
          <a:xfrm>
            <a:off x="12338304" y="6686677"/>
            <a:ext cx="4725035" cy="875030"/>
            <a:chOff x="12338304" y="6686677"/>
            <a:chExt cx="4725035" cy="875030"/>
          </a:xfrm>
        </p:grpSpPr>
        <p:pic>
          <p:nvPicPr>
            <p:cNvPr id="86" name="object 8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338304" y="6686677"/>
              <a:ext cx="4647311" cy="29108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861790" y="6686677"/>
              <a:ext cx="137159" cy="29108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338304" y="6977761"/>
              <a:ext cx="1395984" cy="291083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690092" y="6977761"/>
              <a:ext cx="3372866" cy="29108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338304" y="7270369"/>
              <a:ext cx="696976" cy="29108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990576" y="7270369"/>
              <a:ext cx="560831" cy="29108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66064" y="7270369"/>
              <a:ext cx="1167295" cy="29108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4542262" y="7270369"/>
              <a:ext cx="1505711" cy="29108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932150" y="7270369"/>
              <a:ext cx="106680" cy="291084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12338304" y="8130540"/>
            <a:ext cx="4701540" cy="875030"/>
            <a:chOff x="12338304" y="8130540"/>
            <a:chExt cx="4701540" cy="875030"/>
          </a:xfrm>
        </p:grpSpPr>
        <p:pic>
          <p:nvPicPr>
            <p:cNvPr id="96" name="object 9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338304" y="8130540"/>
              <a:ext cx="3180334" cy="29108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5467330" y="8130540"/>
              <a:ext cx="1570101" cy="29108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338304" y="8421319"/>
              <a:ext cx="647395" cy="29138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011912" y="8421319"/>
              <a:ext cx="584834" cy="29138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3613892" y="8421319"/>
              <a:ext cx="1980603" cy="291388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5609062" y="8421319"/>
              <a:ext cx="1430604" cy="29138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2338304" y="8714486"/>
              <a:ext cx="1558544" cy="29108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776960" y="8714486"/>
              <a:ext cx="106680" cy="291084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16616726" y="2254231"/>
            <a:ext cx="636270" cy="636270"/>
            <a:chOff x="16616726" y="2254231"/>
            <a:chExt cx="636270" cy="636270"/>
          </a:xfrm>
        </p:grpSpPr>
        <p:sp>
          <p:nvSpPr>
            <p:cNvPr id="105" name="object 105"/>
            <p:cNvSpPr/>
            <p:nvPr/>
          </p:nvSpPr>
          <p:spPr>
            <a:xfrm>
              <a:off x="16616726" y="2254231"/>
              <a:ext cx="636270" cy="636270"/>
            </a:xfrm>
            <a:custGeom>
              <a:avLst/>
              <a:gdLst/>
              <a:ahLst/>
              <a:cxnLst/>
              <a:rect l="l" t="t" r="r" b="b"/>
              <a:pathLst>
                <a:path w="636269" h="636269">
                  <a:moveTo>
                    <a:pt x="317928" y="0"/>
                  </a:moveTo>
                  <a:lnTo>
                    <a:pt x="270948" y="3448"/>
                  </a:lnTo>
                  <a:lnTo>
                    <a:pt x="226108" y="13466"/>
                  </a:lnTo>
                  <a:lnTo>
                    <a:pt x="183899" y="29560"/>
                  </a:lnTo>
                  <a:lnTo>
                    <a:pt x="144815" y="51240"/>
                  </a:lnTo>
                  <a:lnTo>
                    <a:pt x="109345" y="78013"/>
                  </a:lnTo>
                  <a:lnTo>
                    <a:pt x="77984" y="109387"/>
                  </a:lnTo>
                  <a:lnTo>
                    <a:pt x="51221" y="144870"/>
                  </a:lnTo>
                  <a:lnTo>
                    <a:pt x="29549" y="183970"/>
                  </a:lnTo>
                  <a:lnTo>
                    <a:pt x="13461" y="226195"/>
                  </a:lnTo>
                  <a:lnTo>
                    <a:pt x="3447" y="271054"/>
                  </a:lnTo>
                  <a:lnTo>
                    <a:pt x="0" y="318053"/>
                  </a:lnTo>
                  <a:lnTo>
                    <a:pt x="3447" y="365054"/>
                  </a:lnTo>
                  <a:lnTo>
                    <a:pt x="13461" y="409914"/>
                  </a:lnTo>
                  <a:lnTo>
                    <a:pt x="29549" y="452140"/>
                  </a:lnTo>
                  <a:lnTo>
                    <a:pt x="51221" y="491241"/>
                  </a:lnTo>
                  <a:lnTo>
                    <a:pt x="77984" y="526724"/>
                  </a:lnTo>
                  <a:lnTo>
                    <a:pt x="109345" y="558098"/>
                  </a:lnTo>
                  <a:lnTo>
                    <a:pt x="144815" y="584871"/>
                  </a:lnTo>
                  <a:lnTo>
                    <a:pt x="183899" y="606551"/>
                  </a:lnTo>
                  <a:lnTo>
                    <a:pt x="226108" y="622645"/>
                  </a:lnTo>
                  <a:lnTo>
                    <a:pt x="270948" y="632663"/>
                  </a:lnTo>
                  <a:lnTo>
                    <a:pt x="317928" y="636111"/>
                  </a:lnTo>
                  <a:lnTo>
                    <a:pt x="364906" y="632663"/>
                  </a:lnTo>
                  <a:lnTo>
                    <a:pt x="409742" y="622645"/>
                  </a:lnTo>
                  <a:lnTo>
                    <a:pt x="451944" y="606551"/>
                  </a:lnTo>
                  <a:lnTo>
                    <a:pt x="491021" y="584871"/>
                  </a:lnTo>
                  <a:lnTo>
                    <a:pt x="526481" y="558098"/>
                  </a:lnTo>
                  <a:lnTo>
                    <a:pt x="557834" y="526724"/>
                  </a:lnTo>
                  <a:lnTo>
                    <a:pt x="584588" y="491241"/>
                  </a:lnTo>
                  <a:lnTo>
                    <a:pt x="606252" y="452140"/>
                  </a:lnTo>
                  <a:lnTo>
                    <a:pt x="622334" y="409914"/>
                  </a:lnTo>
                  <a:lnTo>
                    <a:pt x="632343" y="365055"/>
                  </a:lnTo>
                  <a:lnTo>
                    <a:pt x="635789" y="318053"/>
                  </a:lnTo>
                  <a:lnTo>
                    <a:pt x="632343" y="271054"/>
                  </a:lnTo>
                  <a:lnTo>
                    <a:pt x="622334" y="226195"/>
                  </a:lnTo>
                  <a:lnTo>
                    <a:pt x="606252" y="183970"/>
                  </a:lnTo>
                  <a:lnTo>
                    <a:pt x="584588" y="144870"/>
                  </a:lnTo>
                  <a:lnTo>
                    <a:pt x="557834" y="109387"/>
                  </a:lnTo>
                  <a:lnTo>
                    <a:pt x="526481" y="78013"/>
                  </a:lnTo>
                  <a:lnTo>
                    <a:pt x="491021" y="51240"/>
                  </a:lnTo>
                  <a:lnTo>
                    <a:pt x="451944" y="29560"/>
                  </a:lnTo>
                  <a:lnTo>
                    <a:pt x="409742" y="13466"/>
                  </a:lnTo>
                  <a:lnTo>
                    <a:pt x="364906" y="3448"/>
                  </a:lnTo>
                  <a:lnTo>
                    <a:pt x="3179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6789162" y="2417388"/>
              <a:ext cx="292100" cy="295275"/>
            </a:xfrm>
            <a:custGeom>
              <a:avLst/>
              <a:gdLst/>
              <a:ahLst/>
              <a:cxnLst/>
              <a:rect l="l" t="t" r="r" b="b"/>
              <a:pathLst>
                <a:path w="292100" h="295275">
                  <a:moveTo>
                    <a:pt x="0" y="294717"/>
                  </a:moveTo>
                  <a:lnTo>
                    <a:pt x="225744" y="294717"/>
                  </a:lnTo>
                  <a:lnTo>
                    <a:pt x="292032" y="228376"/>
                  </a:lnTo>
                  <a:lnTo>
                    <a:pt x="109310" y="228376"/>
                  </a:lnTo>
                  <a:lnTo>
                    <a:pt x="292090" y="45508"/>
                  </a:lnTo>
                  <a:lnTo>
                    <a:pt x="292090" y="58"/>
                  </a:lnTo>
                  <a:lnTo>
                    <a:pt x="246661" y="58"/>
                  </a:lnTo>
                  <a:lnTo>
                    <a:pt x="61454" y="185230"/>
                  </a:lnTo>
                  <a:lnTo>
                    <a:pt x="61454" y="58"/>
                  </a:lnTo>
                  <a:lnTo>
                    <a:pt x="0" y="61561"/>
                  </a:lnTo>
                  <a:lnTo>
                    <a:pt x="0" y="294717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7" name="object 107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5303382" y="2044961"/>
            <a:ext cx="1016814" cy="1016810"/>
          </a:xfrm>
          <a:prstGeom prst="rect">
            <a:avLst/>
          </a:prstGeom>
        </p:spPr>
      </p:pic>
      <p:grpSp>
        <p:nvGrpSpPr>
          <p:cNvPr id="108" name="object 108"/>
          <p:cNvGrpSpPr/>
          <p:nvPr/>
        </p:nvGrpSpPr>
        <p:grpSpPr>
          <a:xfrm>
            <a:off x="4069969" y="6686677"/>
            <a:ext cx="4712335" cy="875030"/>
            <a:chOff x="4069969" y="6686677"/>
            <a:chExt cx="4712335" cy="875030"/>
          </a:xfrm>
        </p:grpSpPr>
        <p:pic>
          <p:nvPicPr>
            <p:cNvPr id="109" name="object 10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069969" y="6686677"/>
              <a:ext cx="3592601" cy="291084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616697" y="6686677"/>
              <a:ext cx="1165555" cy="29108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069969" y="6977761"/>
              <a:ext cx="1513966" cy="29108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683885" y="6977761"/>
              <a:ext cx="829817" cy="291083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637908" y="6977761"/>
              <a:ext cx="565302" cy="29108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278370" y="6977761"/>
              <a:ext cx="1085278" cy="291083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460994" y="6977761"/>
              <a:ext cx="301751" cy="291083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069969" y="7270064"/>
              <a:ext cx="842772" cy="291388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844161" y="7270064"/>
              <a:ext cx="469391" cy="291388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251069" y="7270064"/>
              <a:ext cx="958405" cy="291388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159373" y="7270064"/>
              <a:ext cx="1055827" cy="29138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83298" y="7270064"/>
              <a:ext cx="106679" cy="291388"/>
            </a:xfrm>
            <a:prstGeom prst="rect">
              <a:avLst/>
            </a:prstGeom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FE3F1EC4-625A-AF99-F8D4-B53FBE6D5CED}"/>
              </a:ext>
            </a:extLst>
          </p:cNvPr>
          <p:cNvSpPr txBox="1"/>
          <p:nvPr/>
        </p:nvSpPr>
        <p:spPr>
          <a:xfrm>
            <a:off x="1295400" y="3059957"/>
            <a:ext cx="1341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Clear roles ensure our team works efficiently, creatively, and with a shared vision to deliver exceptional results.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868159" cy="10287000"/>
            <a:chOff x="0" y="0"/>
            <a:chExt cx="6868159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414395" cy="10287000"/>
            </a:xfrm>
            <a:custGeom>
              <a:avLst/>
              <a:gdLst/>
              <a:ahLst/>
              <a:cxnLst/>
              <a:rect l="l" t="t" r="r" b="b"/>
              <a:pathLst>
                <a:path w="3414395" h="10287000">
                  <a:moveTo>
                    <a:pt x="3414014" y="10287000"/>
                  </a:moveTo>
                  <a:lnTo>
                    <a:pt x="3414014" y="0"/>
                  </a:lnTo>
                  <a:lnTo>
                    <a:pt x="0" y="0"/>
                  </a:lnTo>
                  <a:lnTo>
                    <a:pt x="0" y="10287000"/>
                  </a:lnTo>
                  <a:lnTo>
                    <a:pt x="3414014" y="1028700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1261872"/>
              <a:ext cx="5838952" cy="776325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95245" y="9206179"/>
            <a:ext cx="2610865" cy="3398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83154" y="694690"/>
            <a:ext cx="1844040" cy="27889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196" rIns="0" bIns="0" rtlCol="0">
            <a:spAutoFit/>
          </a:bodyPr>
          <a:lstStyle/>
          <a:p>
            <a:pPr marL="8849360" marR="5080" indent="2479675">
              <a:lnSpc>
                <a:spcPts val="8009"/>
              </a:lnSpc>
              <a:spcBef>
                <a:spcPts val="1695"/>
              </a:spcBef>
            </a:pPr>
            <a:r>
              <a:rPr spc="869" dirty="0"/>
              <a:t>Message </a:t>
            </a:r>
            <a:r>
              <a:rPr spc="1000" dirty="0"/>
              <a:t>from</a:t>
            </a:r>
            <a:r>
              <a:rPr spc="440" dirty="0"/>
              <a:t> </a:t>
            </a:r>
            <a:r>
              <a:rPr spc="1000" dirty="0"/>
              <a:t>the</a:t>
            </a:r>
            <a:r>
              <a:rPr spc="440" dirty="0"/>
              <a:t> </a:t>
            </a:r>
            <a:r>
              <a:rPr spc="375" dirty="0"/>
              <a:t>CEO</a:t>
            </a: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1515" y="3923029"/>
            <a:ext cx="441959" cy="2607310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4116558" y="4663059"/>
            <a:ext cx="3119755" cy="0"/>
          </a:xfrm>
          <a:custGeom>
            <a:avLst/>
            <a:gdLst/>
            <a:ahLst/>
            <a:cxnLst/>
            <a:rect l="l" t="t" r="r" b="b"/>
            <a:pathLst>
              <a:path w="3119755">
                <a:moveTo>
                  <a:pt x="0" y="0"/>
                </a:moveTo>
                <a:lnTo>
                  <a:pt x="311950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617908-6082-FCD5-E944-7120D9C0B0FA}"/>
              </a:ext>
            </a:extLst>
          </p:cNvPr>
          <p:cNvSpPr txBox="1"/>
          <p:nvPr/>
        </p:nvSpPr>
        <p:spPr>
          <a:xfrm>
            <a:off x="11616888" y="5023776"/>
            <a:ext cx="57964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At Shine Spec, we believe that a clean space is the foundation for comfort, productivity, and peace of mind. Since our launch in 2023, our mission has been simple — to deliver exceptional residential and commercial cleaning services with professionalism, care, and consistency.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90105" y="244729"/>
            <a:ext cx="3945890" cy="3945890"/>
            <a:chOff x="7190105" y="244729"/>
            <a:chExt cx="3945890" cy="3945890"/>
          </a:xfrm>
        </p:grpSpPr>
        <p:sp>
          <p:nvSpPr>
            <p:cNvPr id="3" name="object 3"/>
            <p:cNvSpPr/>
            <p:nvPr/>
          </p:nvSpPr>
          <p:spPr>
            <a:xfrm>
              <a:off x="7190105" y="244729"/>
              <a:ext cx="3945890" cy="3945890"/>
            </a:xfrm>
            <a:custGeom>
              <a:avLst/>
              <a:gdLst/>
              <a:ahLst/>
              <a:cxnLst/>
              <a:rect l="l" t="t" r="r" b="b"/>
              <a:pathLst>
                <a:path w="3945890" h="3945890">
                  <a:moveTo>
                    <a:pt x="1972945" y="0"/>
                  </a:moveTo>
                  <a:lnTo>
                    <a:pt x="1924294" y="588"/>
                  </a:lnTo>
                  <a:lnTo>
                    <a:pt x="1875933" y="2343"/>
                  </a:lnTo>
                  <a:lnTo>
                    <a:pt x="1827874" y="5251"/>
                  </a:lnTo>
                  <a:lnTo>
                    <a:pt x="1780132" y="9300"/>
                  </a:lnTo>
                  <a:lnTo>
                    <a:pt x="1732720" y="14476"/>
                  </a:lnTo>
                  <a:lnTo>
                    <a:pt x="1685651" y="20764"/>
                  </a:lnTo>
                  <a:lnTo>
                    <a:pt x="1638939" y="28152"/>
                  </a:lnTo>
                  <a:lnTo>
                    <a:pt x="1592598" y="36626"/>
                  </a:lnTo>
                  <a:lnTo>
                    <a:pt x="1546640" y="46173"/>
                  </a:lnTo>
                  <a:lnTo>
                    <a:pt x="1501080" y="56779"/>
                  </a:lnTo>
                  <a:lnTo>
                    <a:pt x="1455930" y="68430"/>
                  </a:lnTo>
                  <a:lnTo>
                    <a:pt x="1411205" y="81114"/>
                  </a:lnTo>
                  <a:lnTo>
                    <a:pt x="1366918" y="94815"/>
                  </a:lnTo>
                  <a:lnTo>
                    <a:pt x="1323082" y="109522"/>
                  </a:lnTo>
                  <a:lnTo>
                    <a:pt x="1279711" y="125221"/>
                  </a:lnTo>
                  <a:lnTo>
                    <a:pt x="1236819" y="141898"/>
                  </a:lnTo>
                  <a:lnTo>
                    <a:pt x="1194418" y="159539"/>
                  </a:lnTo>
                  <a:lnTo>
                    <a:pt x="1152523" y="178131"/>
                  </a:lnTo>
                  <a:lnTo>
                    <a:pt x="1111147" y="197661"/>
                  </a:lnTo>
                  <a:lnTo>
                    <a:pt x="1070303" y="218114"/>
                  </a:lnTo>
                  <a:lnTo>
                    <a:pt x="1030005" y="239478"/>
                  </a:lnTo>
                  <a:lnTo>
                    <a:pt x="990266" y="261740"/>
                  </a:lnTo>
                  <a:lnTo>
                    <a:pt x="951101" y="284884"/>
                  </a:lnTo>
                  <a:lnTo>
                    <a:pt x="912522" y="308899"/>
                  </a:lnTo>
                  <a:lnTo>
                    <a:pt x="874542" y="333770"/>
                  </a:lnTo>
                  <a:lnTo>
                    <a:pt x="837177" y="359485"/>
                  </a:lnTo>
                  <a:lnTo>
                    <a:pt x="800438" y="386029"/>
                  </a:lnTo>
                  <a:lnTo>
                    <a:pt x="764339" y="413388"/>
                  </a:lnTo>
                  <a:lnTo>
                    <a:pt x="728895" y="441551"/>
                  </a:lnTo>
                  <a:lnTo>
                    <a:pt x="694118" y="470502"/>
                  </a:lnTo>
                  <a:lnTo>
                    <a:pt x="660022" y="500229"/>
                  </a:lnTo>
                  <a:lnTo>
                    <a:pt x="626620" y="530717"/>
                  </a:lnTo>
                  <a:lnTo>
                    <a:pt x="593927" y="561954"/>
                  </a:lnTo>
                  <a:lnTo>
                    <a:pt x="561954" y="593927"/>
                  </a:lnTo>
                  <a:lnTo>
                    <a:pt x="530717" y="626620"/>
                  </a:lnTo>
                  <a:lnTo>
                    <a:pt x="500229" y="660022"/>
                  </a:lnTo>
                  <a:lnTo>
                    <a:pt x="470502" y="694118"/>
                  </a:lnTo>
                  <a:lnTo>
                    <a:pt x="441551" y="728895"/>
                  </a:lnTo>
                  <a:lnTo>
                    <a:pt x="413388" y="764339"/>
                  </a:lnTo>
                  <a:lnTo>
                    <a:pt x="386029" y="800438"/>
                  </a:lnTo>
                  <a:lnTo>
                    <a:pt x="359485" y="837177"/>
                  </a:lnTo>
                  <a:lnTo>
                    <a:pt x="333770" y="874542"/>
                  </a:lnTo>
                  <a:lnTo>
                    <a:pt x="308899" y="912522"/>
                  </a:lnTo>
                  <a:lnTo>
                    <a:pt x="284884" y="951101"/>
                  </a:lnTo>
                  <a:lnTo>
                    <a:pt x="261740" y="990266"/>
                  </a:lnTo>
                  <a:lnTo>
                    <a:pt x="239478" y="1030005"/>
                  </a:lnTo>
                  <a:lnTo>
                    <a:pt x="218114" y="1070303"/>
                  </a:lnTo>
                  <a:lnTo>
                    <a:pt x="197661" y="1111147"/>
                  </a:lnTo>
                  <a:lnTo>
                    <a:pt x="178131" y="1152523"/>
                  </a:lnTo>
                  <a:lnTo>
                    <a:pt x="159539" y="1194418"/>
                  </a:lnTo>
                  <a:lnTo>
                    <a:pt x="141898" y="1236819"/>
                  </a:lnTo>
                  <a:lnTo>
                    <a:pt x="125221" y="1279711"/>
                  </a:lnTo>
                  <a:lnTo>
                    <a:pt x="109522" y="1323082"/>
                  </a:lnTo>
                  <a:lnTo>
                    <a:pt x="94815" y="1366918"/>
                  </a:lnTo>
                  <a:lnTo>
                    <a:pt x="81114" y="1411205"/>
                  </a:lnTo>
                  <a:lnTo>
                    <a:pt x="68430" y="1455930"/>
                  </a:lnTo>
                  <a:lnTo>
                    <a:pt x="56779" y="1501080"/>
                  </a:lnTo>
                  <a:lnTo>
                    <a:pt x="46173" y="1546640"/>
                  </a:lnTo>
                  <a:lnTo>
                    <a:pt x="36626" y="1592598"/>
                  </a:lnTo>
                  <a:lnTo>
                    <a:pt x="28152" y="1638939"/>
                  </a:lnTo>
                  <a:lnTo>
                    <a:pt x="20764" y="1685651"/>
                  </a:lnTo>
                  <a:lnTo>
                    <a:pt x="14476" y="1732720"/>
                  </a:lnTo>
                  <a:lnTo>
                    <a:pt x="9300" y="1780132"/>
                  </a:lnTo>
                  <a:lnTo>
                    <a:pt x="5251" y="1827874"/>
                  </a:lnTo>
                  <a:lnTo>
                    <a:pt x="2343" y="1875933"/>
                  </a:lnTo>
                  <a:lnTo>
                    <a:pt x="588" y="1924294"/>
                  </a:lnTo>
                  <a:lnTo>
                    <a:pt x="0" y="1972945"/>
                  </a:lnTo>
                  <a:lnTo>
                    <a:pt x="588" y="2021590"/>
                  </a:lnTo>
                  <a:lnTo>
                    <a:pt x="2343" y="2069946"/>
                  </a:lnTo>
                  <a:lnTo>
                    <a:pt x="5251" y="2117999"/>
                  </a:lnTo>
                  <a:lnTo>
                    <a:pt x="9300" y="2165737"/>
                  </a:lnTo>
                  <a:lnTo>
                    <a:pt x="14476" y="2213145"/>
                  </a:lnTo>
                  <a:lnTo>
                    <a:pt x="20764" y="2260209"/>
                  </a:lnTo>
                  <a:lnTo>
                    <a:pt x="28152" y="2306918"/>
                  </a:lnTo>
                  <a:lnTo>
                    <a:pt x="36626" y="2353256"/>
                  </a:lnTo>
                  <a:lnTo>
                    <a:pt x="46173" y="2399211"/>
                  </a:lnTo>
                  <a:lnTo>
                    <a:pt x="56779" y="2444768"/>
                  </a:lnTo>
                  <a:lnTo>
                    <a:pt x="68430" y="2489915"/>
                  </a:lnTo>
                  <a:lnTo>
                    <a:pt x="81114" y="2534638"/>
                  </a:lnTo>
                  <a:lnTo>
                    <a:pt x="94815" y="2578923"/>
                  </a:lnTo>
                  <a:lnTo>
                    <a:pt x="109522" y="2622757"/>
                  </a:lnTo>
                  <a:lnTo>
                    <a:pt x="125221" y="2666126"/>
                  </a:lnTo>
                  <a:lnTo>
                    <a:pt x="141898" y="2709017"/>
                  </a:lnTo>
                  <a:lnTo>
                    <a:pt x="159539" y="2751417"/>
                  </a:lnTo>
                  <a:lnTo>
                    <a:pt x="178131" y="2793311"/>
                  </a:lnTo>
                  <a:lnTo>
                    <a:pt x="197661" y="2834687"/>
                  </a:lnTo>
                  <a:lnTo>
                    <a:pt x="218114" y="2875530"/>
                  </a:lnTo>
                  <a:lnTo>
                    <a:pt x="239478" y="2915828"/>
                  </a:lnTo>
                  <a:lnTo>
                    <a:pt x="261740" y="2955566"/>
                  </a:lnTo>
                  <a:lnTo>
                    <a:pt x="284884" y="2994732"/>
                  </a:lnTo>
                  <a:lnTo>
                    <a:pt x="308899" y="3033311"/>
                  </a:lnTo>
                  <a:lnTo>
                    <a:pt x="333770" y="3071291"/>
                  </a:lnTo>
                  <a:lnTo>
                    <a:pt x="359485" y="3108657"/>
                  </a:lnTo>
                  <a:lnTo>
                    <a:pt x="386029" y="3145397"/>
                  </a:lnTo>
                  <a:lnTo>
                    <a:pt x="413388" y="3181496"/>
                  </a:lnTo>
                  <a:lnTo>
                    <a:pt x="441551" y="3216941"/>
                  </a:lnTo>
                  <a:lnTo>
                    <a:pt x="470502" y="3251719"/>
                  </a:lnTo>
                  <a:lnTo>
                    <a:pt x="500229" y="3285816"/>
                  </a:lnTo>
                  <a:lnTo>
                    <a:pt x="530717" y="3319219"/>
                  </a:lnTo>
                  <a:lnTo>
                    <a:pt x="561954" y="3351914"/>
                  </a:lnTo>
                  <a:lnTo>
                    <a:pt x="593927" y="3383888"/>
                  </a:lnTo>
                  <a:lnTo>
                    <a:pt x="626620" y="3415126"/>
                  </a:lnTo>
                  <a:lnTo>
                    <a:pt x="660022" y="3445617"/>
                  </a:lnTo>
                  <a:lnTo>
                    <a:pt x="694118" y="3475345"/>
                  </a:lnTo>
                  <a:lnTo>
                    <a:pt x="728895" y="3504298"/>
                  </a:lnTo>
                  <a:lnTo>
                    <a:pt x="764339" y="3532462"/>
                  </a:lnTo>
                  <a:lnTo>
                    <a:pt x="800438" y="3559824"/>
                  </a:lnTo>
                  <a:lnTo>
                    <a:pt x="837177" y="3586369"/>
                  </a:lnTo>
                  <a:lnTo>
                    <a:pt x="874542" y="3612085"/>
                  </a:lnTo>
                  <a:lnTo>
                    <a:pt x="912522" y="3636958"/>
                  </a:lnTo>
                  <a:lnTo>
                    <a:pt x="951101" y="3660975"/>
                  </a:lnTo>
                  <a:lnTo>
                    <a:pt x="990266" y="3684122"/>
                  </a:lnTo>
                  <a:lnTo>
                    <a:pt x="1030005" y="3706385"/>
                  </a:lnTo>
                  <a:lnTo>
                    <a:pt x="1070303" y="3727751"/>
                  </a:lnTo>
                  <a:lnTo>
                    <a:pt x="1111147" y="3748207"/>
                  </a:lnTo>
                  <a:lnTo>
                    <a:pt x="1152523" y="3767738"/>
                  </a:lnTo>
                  <a:lnTo>
                    <a:pt x="1194418" y="3786332"/>
                  </a:lnTo>
                  <a:lnTo>
                    <a:pt x="1236819" y="3803975"/>
                  </a:lnTo>
                  <a:lnTo>
                    <a:pt x="1279711" y="3820653"/>
                  </a:lnTo>
                  <a:lnTo>
                    <a:pt x="1323082" y="3836353"/>
                  </a:lnTo>
                  <a:lnTo>
                    <a:pt x="1366918" y="3851062"/>
                  </a:lnTo>
                  <a:lnTo>
                    <a:pt x="1411205" y="3864765"/>
                  </a:lnTo>
                  <a:lnTo>
                    <a:pt x="1455930" y="3877450"/>
                  </a:lnTo>
                  <a:lnTo>
                    <a:pt x="1501080" y="3889103"/>
                  </a:lnTo>
                  <a:lnTo>
                    <a:pt x="1546640" y="3899710"/>
                  </a:lnTo>
                  <a:lnTo>
                    <a:pt x="1592598" y="3909258"/>
                  </a:lnTo>
                  <a:lnTo>
                    <a:pt x="1638939" y="3917733"/>
                  </a:lnTo>
                  <a:lnTo>
                    <a:pt x="1685651" y="3925122"/>
                  </a:lnTo>
                  <a:lnTo>
                    <a:pt x="1732720" y="3931411"/>
                  </a:lnTo>
                  <a:lnTo>
                    <a:pt x="1780132" y="3936587"/>
                  </a:lnTo>
                  <a:lnTo>
                    <a:pt x="1827874" y="3940637"/>
                  </a:lnTo>
                  <a:lnTo>
                    <a:pt x="1875933" y="3943546"/>
                  </a:lnTo>
                  <a:lnTo>
                    <a:pt x="1924294" y="3945301"/>
                  </a:lnTo>
                  <a:lnTo>
                    <a:pt x="1972945" y="3945890"/>
                  </a:lnTo>
                  <a:lnTo>
                    <a:pt x="2021595" y="3945301"/>
                  </a:lnTo>
                  <a:lnTo>
                    <a:pt x="2069956" y="3943546"/>
                  </a:lnTo>
                  <a:lnTo>
                    <a:pt x="2118015" y="3940637"/>
                  </a:lnTo>
                  <a:lnTo>
                    <a:pt x="2165757" y="3936587"/>
                  </a:lnTo>
                  <a:lnTo>
                    <a:pt x="2213169" y="3931411"/>
                  </a:lnTo>
                  <a:lnTo>
                    <a:pt x="2260238" y="3925122"/>
                  </a:lnTo>
                  <a:lnTo>
                    <a:pt x="2306950" y="3917733"/>
                  </a:lnTo>
                  <a:lnTo>
                    <a:pt x="2353291" y="3909258"/>
                  </a:lnTo>
                  <a:lnTo>
                    <a:pt x="2399249" y="3899710"/>
                  </a:lnTo>
                  <a:lnTo>
                    <a:pt x="2444809" y="3889103"/>
                  </a:lnTo>
                  <a:lnTo>
                    <a:pt x="2489959" y="3877450"/>
                  </a:lnTo>
                  <a:lnTo>
                    <a:pt x="2534684" y="3864765"/>
                  </a:lnTo>
                  <a:lnTo>
                    <a:pt x="2578971" y="3851062"/>
                  </a:lnTo>
                  <a:lnTo>
                    <a:pt x="2622807" y="3836353"/>
                  </a:lnTo>
                  <a:lnTo>
                    <a:pt x="2666178" y="3820653"/>
                  </a:lnTo>
                  <a:lnTo>
                    <a:pt x="2709070" y="3803975"/>
                  </a:lnTo>
                  <a:lnTo>
                    <a:pt x="2751471" y="3786332"/>
                  </a:lnTo>
                  <a:lnTo>
                    <a:pt x="2793366" y="3767738"/>
                  </a:lnTo>
                  <a:lnTo>
                    <a:pt x="2834742" y="3748207"/>
                  </a:lnTo>
                  <a:lnTo>
                    <a:pt x="2875586" y="3727751"/>
                  </a:lnTo>
                  <a:lnTo>
                    <a:pt x="2915884" y="3706385"/>
                  </a:lnTo>
                  <a:lnTo>
                    <a:pt x="2955623" y="3684122"/>
                  </a:lnTo>
                  <a:lnTo>
                    <a:pt x="2994788" y="3660975"/>
                  </a:lnTo>
                  <a:lnTo>
                    <a:pt x="3033367" y="3636958"/>
                  </a:lnTo>
                  <a:lnTo>
                    <a:pt x="3071347" y="3612085"/>
                  </a:lnTo>
                  <a:lnTo>
                    <a:pt x="3108712" y="3586369"/>
                  </a:lnTo>
                  <a:lnTo>
                    <a:pt x="3145451" y="3559824"/>
                  </a:lnTo>
                  <a:lnTo>
                    <a:pt x="3181550" y="3532462"/>
                  </a:lnTo>
                  <a:lnTo>
                    <a:pt x="3216994" y="3504298"/>
                  </a:lnTo>
                  <a:lnTo>
                    <a:pt x="3251771" y="3475345"/>
                  </a:lnTo>
                  <a:lnTo>
                    <a:pt x="3285867" y="3445617"/>
                  </a:lnTo>
                  <a:lnTo>
                    <a:pt x="3319269" y="3415126"/>
                  </a:lnTo>
                  <a:lnTo>
                    <a:pt x="3351962" y="3383888"/>
                  </a:lnTo>
                  <a:lnTo>
                    <a:pt x="3383935" y="3351914"/>
                  </a:lnTo>
                  <a:lnTo>
                    <a:pt x="3415172" y="3319219"/>
                  </a:lnTo>
                  <a:lnTo>
                    <a:pt x="3445660" y="3285816"/>
                  </a:lnTo>
                  <a:lnTo>
                    <a:pt x="3475387" y="3251719"/>
                  </a:lnTo>
                  <a:lnTo>
                    <a:pt x="3504338" y="3216941"/>
                  </a:lnTo>
                  <a:lnTo>
                    <a:pt x="3532501" y="3181496"/>
                  </a:lnTo>
                  <a:lnTo>
                    <a:pt x="3559860" y="3145397"/>
                  </a:lnTo>
                  <a:lnTo>
                    <a:pt x="3586404" y="3108657"/>
                  </a:lnTo>
                  <a:lnTo>
                    <a:pt x="3612119" y="3071291"/>
                  </a:lnTo>
                  <a:lnTo>
                    <a:pt x="3636990" y="3033311"/>
                  </a:lnTo>
                  <a:lnTo>
                    <a:pt x="3661005" y="2994732"/>
                  </a:lnTo>
                  <a:lnTo>
                    <a:pt x="3684149" y="2955566"/>
                  </a:lnTo>
                  <a:lnTo>
                    <a:pt x="3706411" y="2915828"/>
                  </a:lnTo>
                  <a:lnTo>
                    <a:pt x="3727775" y="2875530"/>
                  </a:lnTo>
                  <a:lnTo>
                    <a:pt x="3748228" y="2834687"/>
                  </a:lnTo>
                  <a:lnTo>
                    <a:pt x="3767758" y="2793311"/>
                  </a:lnTo>
                  <a:lnTo>
                    <a:pt x="3786350" y="2751417"/>
                  </a:lnTo>
                  <a:lnTo>
                    <a:pt x="3803991" y="2709017"/>
                  </a:lnTo>
                  <a:lnTo>
                    <a:pt x="3820668" y="2666126"/>
                  </a:lnTo>
                  <a:lnTo>
                    <a:pt x="3836367" y="2622757"/>
                  </a:lnTo>
                  <a:lnTo>
                    <a:pt x="3851074" y="2578923"/>
                  </a:lnTo>
                  <a:lnTo>
                    <a:pt x="3864775" y="2534638"/>
                  </a:lnTo>
                  <a:lnTo>
                    <a:pt x="3877459" y="2489915"/>
                  </a:lnTo>
                  <a:lnTo>
                    <a:pt x="3889110" y="2444768"/>
                  </a:lnTo>
                  <a:lnTo>
                    <a:pt x="3899716" y="2399211"/>
                  </a:lnTo>
                  <a:lnTo>
                    <a:pt x="3909263" y="2353256"/>
                  </a:lnTo>
                  <a:lnTo>
                    <a:pt x="3917737" y="2306918"/>
                  </a:lnTo>
                  <a:lnTo>
                    <a:pt x="3925125" y="2260209"/>
                  </a:lnTo>
                  <a:lnTo>
                    <a:pt x="3931413" y="2213145"/>
                  </a:lnTo>
                  <a:lnTo>
                    <a:pt x="3936589" y="2165737"/>
                  </a:lnTo>
                  <a:lnTo>
                    <a:pt x="3940638" y="2117999"/>
                  </a:lnTo>
                  <a:lnTo>
                    <a:pt x="3943546" y="2069946"/>
                  </a:lnTo>
                  <a:lnTo>
                    <a:pt x="3945301" y="2021590"/>
                  </a:lnTo>
                  <a:lnTo>
                    <a:pt x="3945890" y="1972945"/>
                  </a:lnTo>
                  <a:lnTo>
                    <a:pt x="3945301" y="1924294"/>
                  </a:lnTo>
                  <a:lnTo>
                    <a:pt x="3943546" y="1875933"/>
                  </a:lnTo>
                  <a:lnTo>
                    <a:pt x="3940638" y="1827874"/>
                  </a:lnTo>
                  <a:lnTo>
                    <a:pt x="3936589" y="1780132"/>
                  </a:lnTo>
                  <a:lnTo>
                    <a:pt x="3931413" y="1732720"/>
                  </a:lnTo>
                  <a:lnTo>
                    <a:pt x="3925125" y="1685651"/>
                  </a:lnTo>
                  <a:lnTo>
                    <a:pt x="3917737" y="1638939"/>
                  </a:lnTo>
                  <a:lnTo>
                    <a:pt x="3909263" y="1592598"/>
                  </a:lnTo>
                  <a:lnTo>
                    <a:pt x="3899716" y="1546640"/>
                  </a:lnTo>
                  <a:lnTo>
                    <a:pt x="3889110" y="1501080"/>
                  </a:lnTo>
                  <a:lnTo>
                    <a:pt x="3877459" y="1455930"/>
                  </a:lnTo>
                  <a:lnTo>
                    <a:pt x="3864775" y="1411205"/>
                  </a:lnTo>
                  <a:lnTo>
                    <a:pt x="3851074" y="1366918"/>
                  </a:lnTo>
                  <a:lnTo>
                    <a:pt x="3836367" y="1323082"/>
                  </a:lnTo>
                  <a:lnTo>
                    <a:pt x="3820668" y="1279711"/>
                  </a:lnTo>
                  <a:lnTo>
                    <a:pt x="3803991" y="1236819"/>
                  </a:lnTo>
                  <a:lnTo>
                    <a:pt x="3786350" y="1194418"/>
                  </a:lnTo>
                  <a:lnTo>
                    <a:pt x="3767758" y="1152523"/>
                  </a:lnTo>
                  <a:lnTo>
                    <a:pt x="3748228" y="1111147"/>
                  </a:lnTo>
                  <a:lnTo>
                    <a:pt x="3727775" y="1070303"/>
                  </a:lnTo>
                  <a:lnTo>
                    <a:pt x="3706411" y="1030005"/>
                  </a:lnTo>
                  <a:lnTo>
                    <a:pt x="3684149" y="990266"/>
                  </a:lnTo>
                  <a:lnTo>
                    <a:pt x="3661005" y="951101"/>
                  </a:lnTo>
                  <a:lnTo>
                    <a:pt x="3636990" y="912522"/>
                  </a:lnTo>
                  <a:lnTo>
                    <a:pt x="3612119" y="874542"/>
                  </a:lnTo>
                  <a:lnTo>
                    <a:pt x="3586404" y="837177"/>
                  </a:lnTo>
                  <a:lnTo>
                    <a:pt x="3559860" y="800438"/>
                  </a:lnTo>
                  <a:lnTo>
                    <a:pt x="3532501" y="764339"/>
                  </a:lnTo>
                  <a:lnTo>
                    <a:pt x="3504338" y="728895"/>
                  </a:lnTo>
                  <a:lnTo>
                    <a:pt x="3475387" y="694118"/>
                  </a:lnTo>
                  <a:lnTo>
                    <a:pt x="3445660" y="660022"/>
                  </a:lnTo>
                  <a:lnTo>
                    <a:pt x="3415172" y="626620"/>
                  </a:lnTo>
                  <a:lnTo>
                    <a:pt x="3383935" y="593927"/>
                  </a:lnTo>
                  <a:lnTo>
                    <a:pt x="3351962" y="561954"/>
                  </a:lnTo>
                  <a:lnTo>
                    <a:pt x="3319269" y="530717"/>
                  </a:lnTo>
                  <a:lnTo>
                    <a:pt x="3285867" y="500229"/>
                  </a:lnTo>
                  <a:lnTo>
                    <a:pt x="3251771" y="470502"/>
                  </a:lnTo>
                  <a:lnTo>
                    <a:pt x="3216994" y="441551"/>
                  </a:lnTo>
                  <a:lnTo>
                    <a:pt x="3181550" y="413388"/>
                  </a:lnTo>
                  <a:lnTo>
                    <a:pt x="3145451" y="386029"/>
                  </a:lnTo>
                  <a:lnTo>
                    <a:pt x="3108712" y="359485"/>
                  </a:lnTo>
                  <a:lnTo>
                    <a:pt x="3071347" y="333770"/>
                  </a:lnTo>
                  <a:lnTo>
                    <a:pt x="3033367" y="308899"/>
                  </a:lnTo>
                  <a:lnTo>
                    <a:pt x="2994788" y="284884"/>
                  </a:lnTo>
                  <a:lnTo>
                    <a:pt x="2955623" y="261740"/>
                  </a:lnTo>
                  <a:lnTo>
                    <a:pt x="2915884" y="239478"/>
                  </a:lnTo>
                  <a:lnTo>
                    <a:pt x="2875586" y="218114"/>
                  </a:lnTo>
                  <a:lnTo>
                    <a:pt x="2834742" y="197661"/>
                  </a:lnTo>
                  <a:lnTo>
                    <a:pt x="2793366" y="178131"/>
                  </a:lnTo>
                  <a:lnTo>
                    <a:pt x="2751471" y="159539"/>
                  </a:lnTo>
                  <a:lnTo>
                    <a:pt x="2709070" y="141898"/>
                  </a:lnTo>
                  <a:lnTo>
                    <a:pt x="2666178" y="125221"/>
                  </a:lnTo>
                  <a:lnTo>
                    <a:pt x="2622807" y="109522"/>
                  </a:lnTo>
                  <a:lnTo>
                    <a:pt x="2578971" y="94815"/>
                  </a:lnTo>
                  <a:lnTo>
                    <a:pt x="2534684" y="81114"/>
                  </a:lnTo>
                  <a:lnTo>
                    <a:pt x="2489959" y="68430"/>
                  </a:lnTo>
                  <a:lnTo>
                    <a:pt x="2444809" y="56779"/>
                  </a:lnTo>
                  <a:lnTo>
                    <a:pt x="2399249" y="46173"/>
                  </a:lnTo>
                  <a:lnTo>
                    <a:pt x="2353291" y="36626"/>
                  </a:lnTo>
                  <a:lnTo>
                    <a:pt x="2306950" y="28152"/>
                  </a:lnTo>
                  <a:lnTo>
                    <a:pt x="2260238" y="20764"/>
                  </a:lnTo>
                  <a:lnTo>
                    <a:pt x="2213169" y="14476"/>
                  </a:lnTo>
                  <a:lnTo>
                    <a:pt x="2165757" y="9300"/>
                  </a:lnTo>
                  <a:lnTo>
                    <a:pt x="2118015" y="5251"/>
                  </a:lnTo>
                  <a:lnTo>
                    <a:pt x="2069956" y="2343"/>
                  </a:lnTo>
                  <a:lnTo>
                    <a:pt x="2021595" y="588"/>
                  </a:lnTo>
                  <a:lnTo>
                    <a:pt x="1972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1999" y="666623"/>
              <a:ext cx="3102610" cy="3101975"/>
            </a:xfrm>
            <a:custGeom>
              <a:avLst/>
              <a:gdLst/>
              <a:ahLst/>
              <a:cxnLst/>
              <a:rect l="l" t="t" r="r" b="b"/>
              <a:pathLst>
                <a:path w="3102609" h="3101975">
                  <a:moveTo>
                    <a:pt x="1551051" y="0"/>
                  </a:moveTo>
                  <a:lnTo>
                    <a:pt x="1502740" y="738"/>
                  </a:lnTo>
                  <a:lnTo>
                    <a:pt x="1454797" y="2938"/>
                  </a:lnTo>
                  <a:lnTo>
                    <a:pt x="1407243" y="6578"/>
                  </a:lnTo>
                  <a:lnTo>
                    <a:pt x="1360100" y="11637"/>
                  </a:lnTo>
                  <a:lnTo>
                    <a:pt x="1313389" y="18094"/>
                  </a:lnTo>
                  <a:lnTo>
                    <a:pt x="1267132" y="25927"/>
                  </a:lnTo>
                  <a:lnTo>
                    <a:pt x="1221350" y="35114"/>
                  </a:lnTo>
                  <a:lnTo>
                    <a:pt x="1176065" y="45635"/>
                  </a:lnTo>
                  <a:lnTo>
                    <a:pt x="1131298" y="57467"/>
                  </a:lnTo>
                  <a:lnTo>
                    <a:pt x="1087070" y="70590"/>
                  </a:lnTo>
                  <a:lnTo>
                    <a:pt x="1043403" y="84981"/>
                  </a:lnTo>
                  <a:lnTo>
                    <a:pt x="1000318" y="100620"/>
                  </a:lnTo>
                  <a:lnTo>
                    <a:pt x="957838" y="117485"/>
                  </a:lnTo>
                  <a:lnTo>
                    <a:pt x="915982" y="135554"/>
                  </a:lnTo>
                  <a:lnTo>
                    <a:pt x="874773" y="154806"/>
                  </a:lnTo>
                  <a:lnTo>
                    <a:pt x="834233" y="175219"/>
                  </a:lnTo>
                  <a:lnTo>
                    <a:pt x="794382" y="196773"/>
                  </a:lnTo>
                  <a:lnTo>
                    <a:pt x="755242" y="219445"/>
                  </a:lnTo>
                  <a:lnTo>
                    <a:pt x="716835" y="243215"/>
                  </a:lnTo>
                  <a:lnTo>
                    <a:pt x="679181" y="268060"/>
                  </a:lnTo>
                  <a:lnTo>
                    <a:pt x="642304" y="293960"/>
                  </a:lnTo>
                  <a:lnTo>
                    <a:pt x="606222" y="320892"/>
                  </a:lnTo>
                  <a:lnTo>
                    <a:pt x="570960" y="348836"/>
                  </a:lnTo>
                  <a:lnTo>
                    <a:pt x="536537" y="377770"/>
                  </a:lnTo>
                  <a:lnTo>
                    <a:pt x="502975" y="407672"/>
                  </a:lnTo>
                  <a:lnTo>
                    <a:pt x="470296" y="438521"/>
                  </a:lnTo>
                  <a:lnTo>
                    <a:pt x="438521" y="470296"/>
                  </a:lnTo>
                  <a:lnTo>
                    <a:pt x="407672" y="502975"/>
                  </a:lnTo>
                  <a:lnTo>
                    <a:pt x="377770" y="536537"/>
                  </a:lnTo>
                  <a:lnTo>
                    <a:pt x="348836" y="570960"/>
                  </a:lnTo>
                  <a:lnTo>
                    <a:pt x="320892" y="606222"/>
                  </a:lnTo>
                  <a:lnTo>
                    <a:pt x="293960" y="642304"/>
                  </a:lnTo>
                  <a:lnTo>
                    <a:pt x="268060" y="679181"/>
                  </a:lnTo>
                  <a:lnTo>
                    <a:pt x="243215" y="716835"/>
                  </a:lnTo>
                  <a:lnTo>
                    <a:pt x="219445" y="755242"/>
                  </a:lnTo>
                  <a:lnTo>
                    <a:pt x="196773" y="794382"/>
                  </a:lnTo>
                  <a:lnTo>
                    <a:pt x="175219" y="834233"/>
                  </a:lnTo>
                  <a:lnTo>
                    <a:pt x="154806" y="874773"/>
                  </a:lnTo>
                  <a:lnTo>
                    <a:pt x="135554" y="915982"/>
                  </a:lnTo>
                  <a:lnTo>
                    <a:pt x="117485" y="957838"/>
                  </a:lnTo>
                  <a:lnTo>
                    <a:pt x="100620" y="1000318"/>
                  </a:lnTo>
                  <a:lnTo>
                    <a:pt x="84981" y="1043403"/>
                  </a:lnTo>
                  <a:lnTo>
                    <a:pt x="70590" y="1087070"/>
                  </a:lnTo>
                  <a:lnTo>
                    <a:pt x="57467" y="1131298"/>
                  </a:lnTo>
                  <a:lnTo>
                    <a:pt x="45635" y="1176065"/>
                  </a:lnTo>
                  <a:lnTo>
                    <a:pt x="35114" y="1221350"/>
                  </a:lnTo>
                  <a:lnTo>
                    <a:pt x="25927" y="1267132"/>
                  </a:lnTo>
                  <a:lnTo>
                    <a:pt x="18094" y="1313389"/>
                  </a:lnTo>
                  <a:lnTo>
                    <a:pt x="11637" y="1360100"/>
                  </a:lnTo>
                  <a:lnTo>
                    <a:pt x="6578" y="1407243"/>
                  </a:lnTo>
                  <a:lnTo>
                    <a:pt x="2938" y="1454797"/>
                  </a:lnTo>
                  <a:lnTo>
                    <a:pt x="738" y="1502740"/>
                  </a:lnTo>
                  <a:lnTo>
                    <a:pt x="0" y="1551051"/>
                  </a:lnTo>
                  <a:lnTo>
                    <a:pt x="738" y="1599361"/>
                  </a:lnTo>
                  <a:lnTo>
                    <a:pt x="2938" y="1647304"/>
                  </a:lnTo>
                  <a:lnTo>
                    <a:pt x="6578" y="1694857"/>
                  </a:lnTo>
                  <a:lnTo>
                    <a:pt x="11637" y="1741999"/>
                  </a:lnTo>
                  <a:lnTo>
                    <a:pt x="18094" y="1788708"/>
                  </a:lnTo>
                  <a:lnTo>
                    <a:pt x="25927" y="1834964"/>
                  </a:lnTo>
                  <a:lnTo>
                    <a:pt x="35114" y="1880745"/>
                  </a:lnTo>
                  <a:lnTo>
                    <a:pt x="45635" y="1926028"/>
                  </a:lnTo>
                  <a:lnTo>
                    <a:pt x="57467" y="1970794"/>
                  </a:lnTo>
                  <a:lnTo>
                    <a:pt x="70590" y="2015019"/>
                  </a:lnTo>
                  <a:lnTo>
                    <a:pt x="84981" y="2058684"/>
                  </a:lnTo>
                  <a:lnTo>
                    <a:pt x="100620" y="2101766"/>
                  </a:lnTo>
                  <a:lnTo>
                    <a:pt x="117485" y="2144244"/>
                  </a:lnTo>
                  <a:lnTo>
                    <a:pt x="135554" y="2186097"/>
                  </a:lnTo>
                  <a:lnTo>
                    <a:pt x="154806" y="2227303"/>
                  </a:lnTo>
                  <a:lnTo>
                    <a:pt x="175219" y="2267840"/>
                  </a:lnTo>
                  <a:lnTo>
                    <a:pt x="196773" y="2307688"/>
                  </a:lnTo>
                  <a:lnTo>
                    <a:pt x="219445" y="2346825"/>
                  </a:lnTo>
                  <a:lnTo>
                    <a:pt x="243215" y="2385229"/>
                  </a:lnTo>
                  <a:lnTo>
                    <a:pt x="268060" y="2422879"/>
                  </a:lnTo>
                  <a:lnTo>
                    <a:pt x="293960" y="2459753"/>
                  </a:lnTo>
                  <a:lnTo>
                    <a:pt x="320892" y="2495831"/>
                  </a:lnTo>
                  <a:lnTo>
                    <a:pt x="348836" y="2531090"/>
                  </a:lnTo>
                  <a:lnTo>
                    <a:pt x="377770" y="2565510"/>
                  </a:lnTo>
                  <a:lnTo>
                    <a:pt x="407672" y="2599068"/>
                  </a:lnTo>
                  <a:lnTo>
                    <a:pt x="438521" y="2631743"/>
                  </a:lnTo>
                  <a:lnTo>
                    <a:pt x="470296" y="2663514"/>
                  </a:lnTo>
                  <a:lnTo>
                    <a:pt x="502975" y="2694360"/>
                  </a:lnTo>
                  <a:lnTo>
                    <a:pt x="536537" y="2724259"/>
                  </a:lnTo>
                  <a:lnTo>
                    <a:pt x="570960" y="2753189"/>
                  </a:lnTo>
                  <a:lnTo>
                    <a:pt x="606222" y="2781129"/>
                  </a:lnTo>
                  <a:lnTo>
                    <a:pt x="642304" y="2808058"/>
                  </a:lnTo>
                  <a:lnTo>
                    <a:pt x="679181" y="2833954"/>
                  </a:lnTo>
                  <a:lnTo>
                    <a:pt x="716835" y="2858796"/>
                  </a:lnTo>
                  <a:lnTo>
                    <a:pt x="755242" y="2882563"/>
                  </a:lnTo>
                  <a:lnTo>
                    <a:pt x="794382" y="2905232"/>
                  </a:lnTo>
                  <a:lnTo>
                    <a:pt x="834233" y="2926782"/>
                  </a:lnTo>
                  <a:lnTo>
                    <a:pt x="874773" y="2947193"/>
                  </a:lnTo>
                  <a:lnTo>
                    <a:pt x="915982" y="2966442"/>
                  </a:lnTo>
                  <a:lnTo>
                    <a:pt x="957838" y="2984509"/>
                  </a:lnTo>
                  <a:lnTo>
                    <a:pt x="1000318" y="3001371"/>
                  </a:lnTo>
                  <a:lnTo>
                    <a:pt x="1043403" y="3017007"/>
                  </a:lnTo>
                  <a:lnTo>
                    <a:pt x="1087070" y="3031396"/>
                  </a:lnTo>
                  <a:lnTo>
                    <a:pt x="1131298" y="3044516"/>
                  </a:lnTo>
                  <a:lnTo>
                    <a:pt x="1176065" y="3056347"/>
                  </a:lnTo>
                  <a:lnTo>
                    <a:pt x="1221350" y="3066866"/>
                  </a:lnTo>
                  <a:lnTo>
                    <a:pt x="1267132" y="3076052"/>
                  </a:lnTo>
                  <a:lnTo>
                    <a:pt x="1313389" y="3083883"/>
                  </a:lnTo>
                  <a:lnTo>
                    <a:pt x="1360100" y="3090339"/>
                  </a:lnTo>
                  <a:lnTo>
                    <a:pt x="1407243" y="3095397"/>
                  </a:lnTo>
                  <a:lnTo>
                    <a:pt x="1454797" y="3099037"/>
                  </a:lnTo>
                  <a:lnTo>
                    <a:pt x="1502740" y="3101237"/>
                  </a:lnTo>
                  <a:lnTo>
                    <a:pt x="1551051" y="3101975"/>
                  </a:lnTo>
                  <a:lnTo>
                    <a:pt x="1599361" y="3101237"/>
                  </a:lnTo>
                  <a:lnTo>
                    <a:pt x="1647304" y="3099037"/>
                  </a:lnTo>
                  <a:lnTo>
                    <a:pt x="1694858" y="3095397"/>
                  </a:lnTo>
                  <a:lnTo>
                    <a:pt x="1742001" y="3090339"/>
                  </a:lnTo>
                  <a:lnTo>
                    <a:pt x="1788712" y="3083883"/>
                  </a:lnTo>
                  <a:lnTo>
                    <a:pt x="1834969" y="3076052"/>
                  </a:lnTo>
                  <a:lnTo>
                    <a:pt x="1880751" y="3066866"/>
                  </a:lnTo>
                  <a:lnTo>
                    <a:pt x="1926036" y="3056347"/>
                  </a:lnTo>
                  <a:lnTo>
                    <a:pt x="1970803" y="3044516"/>
                  </a:lnTo>
                  <a:lnTo>
                    <a:pt x="2015031" y="3031396"/>
                  </a:lnTo>
                  <a:lnTo>
                    <a:pt x="2058698" y="3017007"/>
                  </a:lnTo>
                  <a:lnTo>
                    <a:pt x="2101783" y="3001371"/>
                  </a:lnTo>
                  <a:lnTo>
                    <a:pt x="2144263" y="2984509"/>
                  </a:lnTo>
                  <a:lnTo>
                    <a:pt x="2186119" y="2966442"/>
                  </a:lnTo>
                  <a:lnTo>
                    <a:pt x="2227328" y="2947193"/>
                  </a:lnTo>
                  <a:lnTo>
                    <a:pt x="2267868" y="2926782"/>
                  </a:lnTo>
                  <a:lnTo>
                    <a:pt x="2307719" y="2905232"/>
                  </a:lnTo>
                  <a:lnTo>
                    <a:pt x="2346859" y="2882563"/>
                  </a:lnTo>
                  <a:lnTo>
                    <a:pt x="2385266" y="2858796"/>
                  </a:lnTo>
                  <a:lnTo>
                    <a:pt x="2422920" y="2833954"/>
                  </a:lnTo>
                  <a:lnTo>
                    <a:pt x="2459797" y="2808058"/>
                  </a:lnTo>
                  <a:lnTo>
                    <a:pt x="2495879" y="2781129"/>
                  </a:lnTo>
                  <a:lnTo>
                    <a:pt x="2531141" y="2753189"/>
                  </a:lnTo>
                  <a:lnTo>
                    <a:pt x="2565564" y="2724259"/>
                  </a:lnTo>
                  <a:lnTo>
                    <a:pt x="2599126" y="2694360"/>
                  </a:lnTo>
                  <a:lnTo>
                    <a:pt x="2631805" y="2663514"/>
                  </a:lnTo>
                  <a:lnTo>
                    <a:pt x="2663580" y="2631743"/>
                  </a:lnTo>
                  <a:lnTo>
                    <a:pt x="2694429" y="2599068"/>
                  </a:lnTo>
                  <a:lnTo>
                    <a:pt x="2724331" y="2565510"/>
                  </a:lnTo>
                  <a:lnTo>
                    <a:pt x="2753265" y="2531090"/>
                  </a:lnTo>
                  <a:lnTo>
                    <a:pt x="2781209" y="2495831"/>
                  </a:lnTo>
                  <a:lnTo>
                    <a:pt x="2808141" y="2459753"/>
                  </a:lnTo>
                  <a:lnTo>
                    <a:pt x="2834041" y="2422879"/>
                  </a:lnTo>
                  <a:lnTo>
                    <a:pt x="2858886" y="2385229"/>
                  </a:lnTo>
                  <a:lnTo>
                    <a:pt x="2882656" y="2346825"/>
                  </a:lnTo>
                  <a:lnTo>
                    <a:pt x="2905328" y="2307688"/>
                  </a:lnTo>
                  <a:lnTo>
                    <a:pt x="2926882" y="2267840"/>
                  </a:lnTo>
                  <a:lnTo>
                    <a:pt x="2947295" y="2227303"/>
                  </a:lnTo>
                  <a:lnTo>
                    <a:pt x="2966547" y="2186097"/>
                  </a:lnTo>
                  <a:lnTo>
                    <a:pt x="2984616" y="2144244"/>
                  </a:lnTo>
                  <a:lnTo>
                    <a:pt x="3001481" y="2101766"/>
                  </a:lnTo>
                  <a:lnTo>
                    <a:pt x="3017120" y="2058684"/>
                  </a:lnTo>
                  <a:lnTo>
                    <a:pt x="3031511" y="2015019"/>
                  </a:lnTo>
                  <a:lnTo>
                    <a:pt x="3044634" y="1970794"/>
                  </a:lnTo>
                  <a:lnTo>
                    <a:pt x="3056466" y="1926028"/>
                  </a:lnTo>
                  <a:lnTo>
                    <a:pt x="3066987" y="1880745"/>
                  </a:lnTo>
                  <a:lnTo>
                    <a:pt x="3076174" y="1834964"/>
                  </a:lnTo>
                  <a:lnTo>
                    <a:pt x="3084007" y="1788708"/>
                  </a:lnTo>
                  <a:lnTo>
                    <a:pt x="3090464" y="1741999"/>
                  </a:lnTo>
                  <a:lnTo>
                    <a:pt x="3095523" y="1694857"/>
                  </a:lnTo>
                  <a:lnTo>
                    <a:pt x="3099163" y="1647304"/>
                  </a:lnTo>
                  <a:lnTo>
                    <a:pt x="3101363" y="1599361"/>
                  </a:lnTo>
                  <a:lnTo>
                    <a:pt x="3102102" y="1551051"/>
                  </a:lnTo>
                  <a:lnTo>
                    <a:pt x="3101363" y="1502740"/>
                  </a:lnTo>
                  <a:lnTo>
                    <a:pt x="3099163" y="1454797"/>
                  </a:lnTo>
                  <a:lnTo>
                    <a:pt x="3095523" y="1407243"/>
                  </a:lnTo>
                  <a:lnTo>
                    <a:pt x="3090464" y="1360100"/>
                  </a:lnTo>
                  <a:lnTo>
                    <a:pt x="3084007" y="1313389"/>
                  </a:lnTo>
                  <a:lnTo>
                    <a:pt x="3076174" y="1267132"/>
                  </a:lnTo>
                  <a:lnTo>
                    <a:pt x="3066987" y="1221350"/>
                  </a:lnTo>
                  <a:lnTo>
                    <a:pt x="3056466" y="1176065"/>
                  </a:lnTo>
                  <a:lnTo>
                    <a:pt x="3044634" y="1131298"/>
                  </a:lnTo>
                  <a:lnTo>
                    <a:pt x="3031511" y="1087070"/>
                  </a:lnTo>
                  <a:lnTo>
                    <a:pt x="3017120" y="1043403"/>
                  </a:lnTo>
                  <a:lnTo>
                    <a:pt x="3001481" y="1000318"/>
                  </a:lnTo>
                  <a:lnTo>
                    <a:pt x="2984616" y="957838"/>
                  </a:lnTo>
                  <a:lnTo>
                    <a:pt x="2966547" y="915982"/>
                  </a:lnTo>
                  <a:lnTo>
                    <a:pt x="2947295" y="874773"/>
                  </a:lnTo>
                  <a:lnTo>
                    <a:pt x="2926882" y="834233"/>
                  </a:lnTo>
                  <a:lnTo>
                    <a:pt x="2905328" y="794382"/>
                  </a:lnTo>
                  <a:lnTo>
                    <a:pt x="2882656" y="755242"/>
                  </a:lnTo>
                  <a:lnTo>
                    <a:pt x="2858886" y="716835"/>
                  </a:lnTo>
                  <a:lnTo>
                    <a:pt x="2834041" y="679181"/>
                  </a:lnTo>
                  <a:lnTo>
                    <a:pt x="2808141" y="642304"/>
                  </a:lnTo>
                  <a:lnTo>
                    <a:pt x="2781209" y="606222"/>
                  </a:lnTo>
                  <a:lnTo>
                    <a:pt x="2753265" y="570960"/>
                  </a:lnTo>
                  <a:lnTo>
                    <a:pt x="2724331" y="536537"/>
                  </a:lnTo>
                  <a:lnTo>
                    <a:pt x="2694429" y="502975"/>
                  </a:lnTo>
                  <a:lnTo>
                    <a:pt x="2663580" y="470296"/>
                  </a:lnTo>
                  <a:lnTo>
                    <a:pt x="2631805" y="438521"/>
                  </a:lnTo>
                  <a:lnTo>
                    <a:pt x="2599126" y="407672"/>
                  </a:lnTo>
                  <a:lnTo>
                    <a:pt x="2565564" y="377770"/>
                  </a:lnTo>
                  <a:lnTo>
                    <a:pt x="2531141" y="348836"/>
                  </a:lnTo>
                  <a:lnTo>
                    <a:pt x="2495879" y="320892"/>
                  </a:lnTo>
                  <a:lnTo>
                    <a:pt x="2459797" y="293960"/>
                  </a:lnTo>
                  <a:lnTo>
                    <a:pt x="2422920" y="268060"/>
                  </a:lnTo>
                  <a:lnTo>
                    <a:pt x="2385266" y="243215"/>
                  </a:lnTo>
                  <a:lnTo>
                    <a:pt x="2346859" y="219445"/>
                  </a:lnTo>
                  <a:lnTo>
                    <a:pt x="2307719" y="196773"/>
                  </a:lnTo>
                  <a:lnTo>
                    <a:pt x="2267868" y="175219"/>
                  </a:lnTo>
                  <a:lnTo>
                    <a:pt x="2227328" y="154806"/>
                  </a:lnTo>
                  <a:lnTo>
                    <a:pt x="2186119" y="135554"/>
                  </a:lnTo>
                  <a:lnTo>
                    <a:pt x="2144263" y="117485"/>
                  </a:lnTo>
                  <a:lnTo>
                    <a:pt x="2101783" y="100620"/>
                  </a:lnTo>
                  <a:lnTo>
                    <a:pt x="2058698" y="84981"/>
                  </a:lnTo>
                  <a:lnTo>
                    <a:pt x="2015031" y="70590"/>
                  </a:lnTo>
                  <a:lnTo>
                    <a:pt x="1970803" y="57467"/>
                  </a:lnTo>
                  <a:lnTo>
                    <a:pt x="1926036" y="45635"/>
                  </a:lnTo>
                  <a:lnTo>
                    <a:pt x="1880751" y="35114"/>
                  </a:lnTo>
                  <a:lnTo>
                    <a:pt x="1834969" y="25927"/>
                  </a:lnTo>
                  <a:lnTo>
                    <a:pt x="1788712" y="18094"/>
                  </a:lnTo>
                  <a:lnTo>
                    <a:pt x="1742001" y="11637"/>
                  </a:lnTo>
                  <a:lnTo>
                    <a:pt x="1694858" y="6578"/>
                  </a:lnTo>
                  <a:lnTo>
                    <a:pt x="1647304" y="2938"/>
                  </a:lnTo>
                  <a:lnTo>
                    <a:pt x="1599361" y="738"/>
                  </a:lnTo>
                  <a:lnTo>
                    <a:pt x="1551051" y="0"/>
                  </a:lnTo>
                  <a:close/>
                </a:path>
              </a:pathLst>
            </a:custGeom>
            <a:solidFill>
              <a:srgbClr val="00F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359271"/>
            <a:ext cx="18288000" cy="3928110"/>
          </a:xfrm>
          <a:custGeom>
            <a:avLst/>
            <a:gdLst/>
            <a:ahLst/>
            <a:cxnLst/>
            <a:rect l="l" t="t" r="r" b="b"/>
            <a:pathLst>
              <a:path w="18288000" h="3928109">
                <a:moveTo>
                  <a:pt x="18288000" y="0"/>
                </a:moveTo>
                <a:lnTo>
                  <a:pt x="0" y="0"/>
                </a:lnTo>
                <a:lnTo>
                  <a:pt x="0" y="3927729"/>
                </a:lnTo>
                <a:lnTo>
                  <a:pt x="18288000" y="3927729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FF12">
              <a:alpha val="68626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8769350" y="4565141"/>
            <a:ext cx="787400" cy="38100"/>
          </a:xfrm>
          <a:custGeom>
            <a:avLst/>
            <a:gdLst/>
            <a:ahLst/>
            <a:cxnLst/>
            <a:rect l="l" t="t" r="r" b="b"/>
            <a:pathLst>
              <a:path w="787400" h="38100">
                <a:moveTo>
                  <a:pt x="0" y="0"/>
                </a:moveTo>
                <a:lnTo>
                  <a:pt x="787400" y="381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760598" y="4957064"/>
            <a:ext cx="12775565" cy="2217420"/>
            <a:chOff x="2760598" y="4957064"/>
            <a:chExt cx="12775565" cy="2217420"/>
          </a:xfrm>
        </p:grpSpPr>
        <p:sp>
          <p:nvSpPr>
            <p:cNvPr id="8" name="object 8"/>
            <p:cNvSpPr/>
            <p:nvPr/>
          </p:nvSpPr>
          <p:spPr>
            <a:xfrm>
              <a:off x="3151123" y="4976114"/>
              <a:ext cx="11986260" cy="0"/>
            </a:xfrm>
            <a:custGeom>
              <a:avLst/>
              <a:gdLst/>
              <a:ahLst/>
              <a:cxnLst/>
              <a:rect l="l" t="t" r="r" b="b"/>
              <a:pathLst>
                <a:path w="11986260">
                  <a:moveTo>
                    <a:pt x="0" y="0"/>
                  </a:moveTo>
                  <a:lnTo>
                    <a:pt x="1198575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41336" y="4958842"/>
              <a:ext cx="7990840" cy="1402715"/>
            </a:xfrm>
            <a:custGeom>
              <a:avLst/>
              <a:gdLst/>
              <a:ahLst/>
              <a:cxnLst/>
              <a:rect l="l" t="t" r="r" b="b"/>
              <a:pathLst>
                <a:path w="7990840" h="1402714">
                  <a:moveTo>
                    <a:pt x="7990459" y="0"/>
                  </a:moveTo>
                  <a:lnTo>
                    <a:pt x="7990459" y="1402207"/>
                  </a:lnTo>
                </a:path>
                <a:path w="7990840" h="1402714">
                  <a:moveTo>
                    <a:pt x="0" y="0"/>
                  </a:moveTo>
                  <a:lnTo>
                    <a:pt x="0" y="1402207"/>
                  </a:lnTo>
                </a:path>
                <a:path w="7990840" h="1402714">
                  <a:moveTo>
                    <a:pt x="3995293" y="0"/>
                  </a:moveTo>
                  <a:lnTo>
                    <a:pt x="3995293" y="140220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6969" y="6359270"/>
              <a:ext cx="8799195" cy="815340"/>
            </a:xfrm>
            <a:custGeom>
              <a:avLst/>
              <a:gdLst/>
              <a:ahLst/>
              <a:cxnLst/>
              <a:rect l="l" t="t" r="r" b="b"/>
              <a:pathLst>
                <a:path w="8799194" h="815340">
                  <a:moveTo>
                    <a:pt x="814959" y="407416"/>
                  </a:moveTo>
                  <a:lnTo>
                    <a:pt x="812215" y="359905"/>
                  </a:lnTo>
                  <a:lnTo>
                    <a:pt x="804189" y="313994"/>
                  </a:lnTo>
                  <a:lnTo>
                    <a:pt x="791210" y="270002"/>
                  </a:lnTo>
                  <a:lnTo>
                    <a:pt x="773544" y="228231"/>
                  </a:lnTo>
                  <a:lnTo>
                    <a:pt x="751535" y="189001"/>
                  </a:lnTo>
                  <a:lnTo>
                    <a:pt x="725462" y="152590"/>
                  </a:lnTo>
                  <a:lnTo>
                    <a:pt x="695642" y="119316"/>
                  </a:lnTo>
                  <a:lnTo>
                    <a:pt x="662368" y="89496"/>
                  </a:lnTo>
                  <a:lnTo>
                    <a:pt x="625957" y="63423"/>
                  </a:lnTo>
                  <a:lnTo>
                    <a:pt x="586727" y="41414"/>
                  </a:lnTo>
                  <a:lnTo>
                    <a:pt x="544957" y="23749"/>
                  </a:lnTo>
                  <a:lnTo>
                    <a:pt x="500964" y="10769"/>
                  </a:lnTo>
                  <a:lnTo>
                    <a:pt x="455053" y="2743"/>
                  </a:lnTo>
                  <a:lnTo>
                    <a:pt x="407543" y="0"/>
                  </a:lnTo>
                  <a:lnTo>
                    <a:pt x="360019" y="2743"/>
                  </a:lnTo>
                  <a:lnTo>
                    <a:pt x="314096" y="10769"/>
                  </a:lnTo>
                  <a:lnTo>
                    <a:pt x="270103" y="23749"/>
                  </a:lnTo>
                  <a:lnTo>
                    <a:pt x="228320" y="41414"/>
                  </a:lnTo>
                  <a:lnTo>
                    <a:pt x="189077" y="63423"/>
                  </a:lnTo>
                  <a:lnTo>
                    <a:pt x="152654" y="89496"/>
                  </a:lnTo>
                  <a:lnTo>
                    <a:pt x="119367" y="119316"/>
                  </a:lnTo>
                  <a:lnTo>
                    <a:pt x="89535" y="152590"/>
                  </a:lnTo>
                  <a:lnTo>
                    <a:pt x="63449" y="189001"/>
                  </a:lnTo>
                  <a:lnTo>
                    <a:pt x="41427" y="228231"/>
                  </a:lnTo>
                  <a:lnTo>
                    <a:pt x="23761" y="270002"/>
                  </a:lnTo>
                  <a:lnTo>
                    <a:pt x="10756" y="313994"/>
                  </a:lnTo>
                  <a:lnTo>
                    <a:pt x="2730" y="359905"/>
                  </a:lnTo>
                  <a:lnTo>
                    <a:pt x="0" y="407416"/>
                  </a:lnTo>
                  <a:lnTo>
                    <a:pt x="2730" y="454939"/>
                  </a:lnTo>
                  <a:lnTo>
                    <a:pt x="10756" y="500862"/>
                  </a:lnTo>
                  <a:lnTo>
                    <a:pt x="23761" y="544855"/>
                  </a:lnTo>
                  <a:lnTo>
                    <a:pt x="41427" y="586638"/>
                  </a:lnTo>
                  <a:lnTo>
                    <a:pt x="63449" y="625881"/>
                  </a:lnTo>
                  <a:lnTo>
                    <a:pt x="89535" y="662305"/>
                  </a:lnTo>
                  <a:lnTo>
                    <a:pt x="119380" y="695579"/>
                  </a:lnTo>
                  <a:lnTo>
                    <a:pt x="152654" y="725424"/>
                  </a:lnTo>
                  <a:lnTo>
                    <a:pt x="189077" y="751509"/>
                  </a:lnTo>
                  <a:lnTo>
                    <a:pt x="228320" y="773531"/>
                  </a:lnTo>
                  <a:lnTo>
                    <a:pt x="270103" y="791197"/>
                  </a:lnTo>
                  <a:lnTo>
                    <a:pt x="314096" y="804202"/>
                  </a:lnTo>
                  <a:lnTo>
                    <a:pt x="360019" y="812228"/>
                  </a:lnTo>
                  <a:lnTo>
                    <a:pt x="407543" y="814959"/>
                  </a:lnTo>
                  <a:lnTo>
                    <a:pt x="455053" y="812228"/>
                  </a:lnTo>
                  <a:lnTo>
                    <a:pt x="500964" y="804202"/>
                  </a:lnTo>
                  <a:lnTo>
                    <a:pt x="544957" y="791197"/>
                  </a:lnTo>
                  <a:lnTo>
                    <a:pt x="586727" y="773531"/>
                  </a:lnTo>
                  <a:lnTo>
                    <a:pt x="625957" y="751509"/>
                  </a:lnTo>
                  <a:lnTo>
                    <a:pt x="662368" y="725424"/>
                  </a:lnTo>
                  <a:lnTo>
                    <a:pt x="695642" y="695579"/>
                  </a:lnTo>
                  <a:lnTo>
                    <a:pt x="725462" y="662305"/>
                  </a:lnTo>
                  <a:lnTo>
                    <a:pt x="751535" y="625881"/>
                  </a:lnTo>
                  <a:lnTo>
                    <a:pt x="773544" y="586638"/>
                  </a:lnTo>
                  <a:lnTo>
                    <a:pt x="791210" y="544855"/>
                  </a:lnTo>
                  <a:lnTo>
                    <a:pt x="804189" y="500862"/>
                  </a:lnTo>
                  <a:lnTo>
                    <a:pt x="812215" y="454939"/>
                  </a:lnTo>
                  <a:lnTo>
                    <a:pt x="814959" y="407416"/>
                  </a:lnTo>
                  <a:close/>
                </a:path>
                <a:path w="8799194" h="815340">
                  <a:moveTo>
                    <a:pt x="4807077" y="407416"/>
                  </a:moveTo>
                  <a:lnTo>
                    <a:pt x="4804334" y="359905"/>
                  </a:lnTo>
                  <a:lnTo>
                    <a:pt x="4796307" y="313994"/>
                  </a:lnTo>
                  <a:lnTo>
                    <a:pt x="4783328" y="270002"/>
                  </a:lnTo>
                  <a:lnTo>
                    <a:pt x="4765662" y="228231"/>
                  </a:lnTo>
                  <a:lnTo>
                    <a:pt x="4743653" y="189001"/>
                  </a:lnTo>
                  <a:lnTo>
                    <a:pt x="4717580" y="152590"/>
                  </a:lnTo>
                  <a:lnTo>
                    <a:pt x="4687760" y="119316"/>
                  </a:lnTo>
                  <a:lnTo>
                    <a:pt x="4654486" y="89496"/>
                  </a:lnTo>
                  <a:lnTo>
                    <a:pt x="4618075" y="63423"/>
                  </a:lnTo>
                  <a:lnTo>
                    <a:pt x="4578845" y="41414"/>
                  </a:lnTo>
                  <a:lnTo>
                    <a:pt x="4537075" y="23749"/>
                  </a:lnTo>
                  <a:lnTo>
                    <a:pt x="4493082" y="10769"/>
                  </a:lnTo>
                  <a:lnTo>
                    <a:pt x="4447171" y="2743"/>
                  </a:lnTo>
                  <a:lnTo>
                    <a:pt x="4399661" y="0"/>
                  </a:lnTo>
                  <a:lnTo>
                    <a:pt x="4352137" y="2743"/>
                  </a:lnTo>
                  <a:lnTo>
                    <a:pt x="4306214" y="10769"/>
                  </a:lnTo>
                  <a:lnTo>
                    <a:pt x="4262221" y="23749"/>
                  </a:lnTo>
                  <a:lnTo>
                    <a:pt x="4220438" y="41414"/>
                  </a:lnTo>
                  <a:lnTo>
                    <a:pt x="4181195" y="63423"/>
                  </a:lnTo>
                  <a:lnTo>
                    <a:pt x="4144772" y="89496"/>
                  </a:lnTo>
                  <a:lnTo>
                    <a:pt x="4111485" y="119316"/>
                  </a:lnTo>
                  <a:lnTo>
                    <a:pt x="4081653" y="152590"/>
                  </a:lnTo>
                  <a:lnTo>
                    <a:pt x="4055567" y="189001"/>
                  </a:lnTo>
                  <a:lnTo>
                    <a:pt x="4033545" y="228231"/>
                  </a:lnTo>
                  <a:lnTo>
                    <a:pt x="4015879" y="270002"/>
                  </a:lnTo>
                  <a:lnTo>
                    <a:pt x="4002875" y="313994"/>
                  </a:lnTo>
                  <a:lnTo>
                    <a:pt x="3994848" y="359905"/>
                  </a:lnTo>
                  <a:lnTo>
                    <a:pt x="3992118" y="407416"/>
                  </a:lnTo>
                  <a:lnTo>
                    <a:pt x="3994848" y="454939"/>
                  </a:lnTo>
                  <a:lnTo>
                    <a:pt x="4002875" y="500862"/>
                  </a:lnTo>
                  <a:lnTo>
                    <a:pt x="4015879" y="544855"/>
                  </a:lnTo>
                  <a:lnTo>
                    <a:pt x="4033545" y="586638"/>
                  </a:lnTo>
                  <a:lnTo>
                    <a:pt x="4055567" y="625881"/>
                  </a:lnTo>
                  <a:lnTo>
                    <a:pt x="4081653" y="662305"/>
                  </a:lnTo>
                  <a:lnTo>
                    <a:pt x="4111485" y="695579"/>
                  </a:lnTo>
                  <a:lnTo>
                    <a:pt x="4144772" y="725424"/>
                  </a:lnTo>
                  <a:lnTo>
                    <a:pt x="4181195" y="751509"/>
                  </a:lnTo>
                  <a:lnTo>
                    <a:pt x="4220438" y="773531"/>
                  </a:lnTo>
                  <a:lnTo>
                    <a:pt x="4262221" y="791197"/>
                  </a:lnTo>
                  <a:lnTo>
                    <a:pt x="4306214" y="804202"/>
                  </a:lnTo>
                  <a:lnTo>
                    <a:pt x="4352137" y="812228"/>
                  </a:lnTo>
                  <a:lnTo>
                    <a:pt x="4399661" y="814959"/>
                  </a:lnTo>
                  <a:lnTo>
                    <a:pt x="4447171" y="812228"/>
                  </a:lnTo>
                  <a:lnTo>
                    <a:pt x="4493082" y="804202"/>
                  </a:lnTo>
                  <a:lnTo>
                    <a:pt x="4537075" y="791197"/>
                  </a:lnTo>
                  <a:lnTo>
                    <a:pt x="4578845" y="773531"/>
                  </a:lnTo>
                  <a:lnTo>
                    <a:pt x="4618075" y="751509"/>
                  </a:lnTo>
                  <a:lnTo>
                    <a:pt x="4654486" y="725424"/>
                  </a:lnTo>
                  <a:lnTo>
                    <a:pt x="4687760" y="695579"/>
                  </a:lnTo>
                  <a:lnTo>
                    <a:pt x="4717580" y="662305"/>
                  </a:lnTo>
                  <a:lnTo>
                    <a:pt x="4743653" y="625881"/>
                  </a:lnTo>
                  <a:lnTo>
                    <a:pt x="4765662" y="586638"/>
                  </a:lnTo>
                  <a:lnTo>
                    <a:pt x="4783328" y="544855"/>
                  </a:lnTo>
                  <a:lnTo>
                    <a:pt x="4796307" y="500862"/>
                  </a:lnTo>
                  <a:lnTo>
                    <a:pt x="4804334" y="454939"/>
                  </a:lnTo>
                  <a:lnTo>
                    <a:pt x="4807077" y="407416"/>
                  </a:lnTo>
                  <a:close/>
                </a:path>
                <a:path w="8799194" h="815340">
                  <a:moveTo>
                    <a:pt x="8799195" y="407416"/>
                  </a:moveTo>
                  <a:lnTo>
                    <a:pt x="8796452" y="359905"/>
                  </a:lnTo>
                  <a:lnTo>
                    <a:pt x="8788425" y="313994"/>
                  </a:lnTo>
                  <a:lnTo>
                    <a:pt x="8775421" y="270002"/>
                  </a:lnTo>
                  <a:lnTo>
                    <a:pt x="8757755" y="228231"/>
                  </a:lnTo>
                  <a:lnTo>
                    <a:pt x="8735733" y="189001"/>
                  </a:lnTo>
                  <a:lnTo>
                    <a:pt x="8709647" y="152590"/>
                  </a:lnTo>
                  <a:lnTo>
                    <a:pt x="8679815" y="119316"/>
                  </a:lnTo>
                  <a:lnTo>
                    <a:pt x="8646528" y="89496"/>
                  </a:lnTo>
                  <a:lnTo>
                    <a:pt x="8610105" y="63423"/>
                  </a:lnTo>
                  <a:lnTo>
                    <a:pt x="8570862" y="41414"/>
                  </a:lnTo>
                  <a:lnTo>
                    <a:pt x="8529079" y="23749"/>
                  </a:lnTo>
                  <a:lnTo>
                    <a:pt x="8485086" y="10769"/>
                  </a:lnTo>
                  <a:lnTo>
                    <a:pt x="8439163" y="2743"/>
                  </a:lnTo>
                  <a:lnTo>
                    <a:pt x="8391652" y="0"/>
                  </a:lnTo>
                  <a:lnTo>
                    <a:pt x="8344128" y="2743"/>
                  </a:lnTo>
                  <a:lnTo>
                    <a:pt x="8298218" y="10769"/>
                  </a:lnTo>
                  <a:lnTo>
                    <a:pt x="8254225" y="23749"/>
                  </a:lnTo>
                  <a:lnTo>
                    <a:pt x="8212455" y="41414"/>
                  </a:lnTo>
                  <a:lnTo>
                    <a:pt x="8173225" y="63423"/>
                  </a:lnTo>
                  <a:lnTo>
                    <a:pt x="8136814" y="89496"/>
                  </a:lnTo>
                  <a:lnTo>
                    <a:pt x="8103552" y="119316"/>
                  </a:lnTo>
                  <a:lnTo>
                    <a:pt x="8073720" y="152590"/>
                  </a:lnTo>
                  <a:lnTo>
                    <a:pt x="8047647" y="189001"/>
                  </a:lnTo>
                  <a:lnTo>
                    <a:pt x="8025638" y="228231"/>
                  </a:lnTo>
                  <a:lnTo>
                    <a:pt x="8007972" y="270002"/>
                  </a:lnTo>
                  <a:lnTo>
                    <a:pt x="7994993" y="313994"/>
                  </a:lnTo>
                  <a:lnTo>
                    <a:pt x="7986966" y="359905"/>
                  </a:lnTo>
                  <a:lnTo>
                    <a:pt x="7984236" y="407416"/>
                  </a:lnTo>
                  <a:lnTo>
                    <a:pt x="7986966" y="454939"/>
                  </a:lnTo>
                  <a:lnTo>
                    <a:pt x="7994993" y="500862"/>
                  </a:lnTo>
                  <a:lnTo>
                    <a:pt x="8007972" y="544855"/>
                  </a:lnTo>
                  <a:lnTo>
                    <a:pt x="8025638" y="586638"/>
                  </a:lnTo>
                  <a:lnTo>
                    <a:pt x="8047647" y="625881"/>
                  </a:lnTo>
                  <a:lnTo>
                    <a:pt x="8073720" y="662305"/>
                  </a:lnTo>
                  <a:lnTo>
                    <a:pt x="8103552" y="695579"/>
                  </a:lnTo>
                  <a:lnTo>
                    <a:pt x="8136814" y="725424"/>
                  </a:lnTo>
                  <a:lnTo>
                    <a:pt x="8173225" y="751509"/>
                  </a:lnTo>
                  <a:lnTo>
                    <a:pt x="8212455" y="773531"/>
                  </a:lnTo>
                  <a:lnTo>
                    <a:pt x="8254225" y="791197"/>
                  </a:lnTo>
                  <a:lnTo>
                    <a:pt x="8298218" y="804202"/>
                  </a:lnTo>
                  <a:lnTo>
                    <a:pt x="8344128" y="812228"/>
                  </a:lnTo>
                  <a:lnTo>
                    <a:pt x="8391652" y="814959"/>
                  </a:lnTo>
                  <a:lnTo>
                    <a:pt x="8439163" y="812228"/>
                  </a:lnTo>
                  <a:lnTo>
                    <a:pt x="8485086" y="804202"/>
                  </a:lnTo>
                  <a:lnTo>
                    <a:pt x="8529079" y="791197"/>
                  </a:lnTo>
                  <a:lnTo>
                    <a:pt x="8570862" y="773531"/>
                  </a:lnTo>
                  <a:lnTo>
                    <a:pt x="8610105" y="751509"/>
                  </a:lnTo>
                  <a:lnTo>
                    <a:pt x="8646528" y="725424"/>
                  </a:lnTo>
                  <a:lnTo>
                    <a:pt x="8679815" y="695579"/>
                  </a:lnTo>
                  <a:lnTo>
                    <a:pt x="8709647" y="662305"/>
                  </a:lnTo>
                  <a:lnTo>
                    <a:pt x="8735733" y="625881"/>
                  </a:lnTo>
                  <a:lnTo>
                    <a:pt x="8757755" y="586638"/>
                  </a:lnTo>
                  <a:lnTo>
                    <a:pt x="8775421" y="544855"/>
                  </a:lnTo>
                  <a:lnTo>
                    <a:pt x="8788425" y="500862"/>
                  </a:lnTo>
                  <a:lnTo>
                    <a:pt x="8796452" y="454939"/>
                  </a:lnTo>
                  <a:lnTo>
                    <a:pt x="8799195" y="407416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0598" y="4958842"/>
              <a:ext cx="814959" cy="22153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84670" y="6514185"/>
              <a:ext cx="520700" cy="506095"/>
            </a:xfrm>
            <a:custGeom>
              <a:avLst/>
              <a:gdLst/>
              <a:ahLst/>
              <a:cxnLst/>
              <a:rect l="l" t="t" r="r" b="b"/>
              <a:pathLst>
                <a:path w="520700" h="506095">
                  <a:moveTo>
                    <a:pt x="520420" y="4051"/>
                  </a:moveTo>
                  <a:lnTo>
                    <a:pt x="516382" y="0"/>
                  </a:lnTo>
                  <a:lnTo>
                    <a:pt x="502386" y="0"/>
                  </a:lnTo>
                  <a:lnTo>
                    <a:pt x="502386" y="18719"/>
                  </a:lnTo>
                  <a:lnTo>
                    <a:pt x="502386" y="266357"/>
                  </a:lnTo>
                  <a:lnTo>
                    <a:pt x="502386" y="285407"/>
                  </a:lnTo>
                  <a:lnTo>
                    <a:pt x="502386" y="304457"/>
                  </a:lnTo>
                  <a:lnTo>
                    <a:pt x="344081" y="304457"/>
                  </a:lnTo>
                  <a:lnTo>
                    <a:pt x="344081" y="319265"/>
                  </a:lnTo>
                  <a:lnTo>
                    <a:pt x="344081" y="351294"/>
                  </a:lnTo>
                  <a:lnTo>
                    <a:pt x="296545" y="351294"/>
                  </a:lnTo>
                  <a:lnTo>
                    <a:pt x="296545" y="361911"/>
                  </a:lnTo>
                  <a:lnTo>
                    <a:pt x="296545" y="456984"/>
                  </a:lnTo>
                  <a:lnTo>
                    <a:pt x="224053" y="456984"/>
                  </a:lnTo>
                  <a:lnTo>
                    <a:pt x="224053" y="361911"/>
                  </a:lnTo>
                  <a:lnTo>
                    <a:pt x="296545" y="361911"/>
                  </a:lnTo>
                  <a:lnTo>
                    <a:pt x="296545" y="351294"/>
                  </a:lnTo>
                  <a:lnTo>
                    <a:pt x="176339" y="351294"/>
                  </a:lnTo>
                  <a:lnTo>
                    <a:pt x="176339" y="319265"/>
                  </a:lnTo>
                  <a:lnTo>
                    <a:pt x="344081" y="319265"/>
                  </a:lnTo>
                  <a:lnTo>
                    <a:pt x="344081" y="304457"/>
                  </a:lnTo>
                  <a:lnTo>
                    <a:pt x="18211" y="304457"/>
                  </a:lnTo>
                  <a:lnTo>
                    <a:pt x="18211" y="285407"/>
                  </a:lnTo>
                  <a:lnTo>
                    <a:pt x="502386" y="285407"/>
                  </a:lnTo>
                  <a:lnTo>
                    <a:pt x="502386" y="266357"/>
                  </a:lnTo>
                  <a:lnTo>
                    <a:pt x="18211" y="266357"/>
                  </a:lnTo>
                  <a:lnTo>
                    <a:pt x="18211" y="18719"/>
                  </a:lnTo>
                  <a:lnTo>
                    <a:pt x="502386" y="18719"/>
                  </a:lnTo>
                  <a:lnTo>
                    <a:pt x="502386" y="0"/>
                  </a:lnTo>
                  <a:lnTo>
                    <a:pt x="4051" y="0"/>
                  </a:lnTo>
                  <a:lnTo>
                    <a:pt x="0" y="4051"/>
                  </a:lnTo>
                  <a:lnTo>
                    <a:pt x="0" y="318922"/>
                  </a:lnTo>
                  <a:lnTo>
                    <a:pt x="4051" y="322973"/>
                  </a:lnTo>
                  <a:lnTo>
                    <a:pt x="161836" y="322973"/>
                  </a:lnTo>
                  <a:lnTo>
                    <a:pt x="161836" y="361746"/>
                  </a:lnTo>
                  <a:lnTo>
                    <a:pt x="165887" y="365785"/>
                  </a:lnTo>
                  <a:lnTo>
                    <a:pt x="209550" y="365785"/>
                  </a:lnTo>
                  <a:lnTo>
                    <a:pt x="209550" y="453440"/>
                  </a:lnTo>
                  <a:lnTo>
                    <a:pt x="182410" y="453440"/>
                  </a:lnTo>
                  <a:lnTo>
                    <a:pt x="178371" y="457492"/>
                  </a:lnTo>
                  <a:lnTo>
                    <a:pt x="178371" y="487667"/>
                  </a:lnTo>
                  <a:lnTo>
                    <a:pt x="126606" y="487667"/>
                  </a:lnTo>
                  <a:lnTo>
                    <a:pt x="122567" y="491705"/>
                  </a:lnTo>
                  <a:lnTo>
                    <a:pt x="122567" y="501827"/>
                  </a:lnTo>
                  <a:lnTo>
                    <a:pt x="126606" y="505866"/>
                  </a:lnTo>
                  <a:lnTo>
                    <a:pt x="393992" y="505866"/>
                  </a:lnTo>
                  <a:lnTo>
                    <a:pt x="398030" y="501827"/>
                  </a:lnTo>
                  <a:lnTo>
                    <a:pt x="398030" y="498449"/>
                  </a:lnTo>
                  <a:lnTo>
                    <a:pt x="398030" y="491705"/>
                  </a:lnTo>
                  <a:lnTo>
                    <a:pt x="393992" y="487667"/>
                  </a:lnTo>
                  <a:lnTo>
                    <a:pt x="342061" y="487667"/>
                  </a:lnTo>
                  <a:lnTo>
                    <a:pt x="342061" y="457492"/>
                  </a:lnTo>
                  <a:lnTo>
                    <a:pt x="338010" y="453440"/>
                  </a:lnTo>
                  <a:lnTo>
                    <a:pt x="327558" y="453440"/>
                  </a:lnTo>
                  <a:lnTo>
                    <a:pt x="327558" y="470827"/>
                  </a:lnTo>
                  <a:lnTo>
                    <a:pt x="327558" y="471309"/>
                  </a:lnTo>
                  <a:lnTo>
                    <a:pt x="323862" y="471309"/>
                  </a:lnTo>
                  <a:lnTo>
                    <a:pt x="323862" y="487337"/>
                  </a:lnTo>
                  <a:lnTo>
                    <a:pt x="196748" y="487337"/>
                  </a:lnTo>
                  <a:lnTo>
                    <a:pt x="196748" y="470827"/>
                  </a:lnTo>
                  <a:lnTo>
                    <a:pt x="327558" y="470827"/>
                  </a:lnTo>
                  <a:lnTo>
                    <a:pt x="327558" y="453440"/>
                  </a:lnTo>
                  <a:lnTo>
                    <a:pt x="310870" y="453440"/>
                  </a:lnTo>
                  <a:lnTo>
                    <a:pt x="310870" y="365785"/>
                  </a:lnTo>
                  <a:lnTo>
                    <a:pt x="354533" y="365785"/>
                  </a:lnTo>
                  <a:lnTo>
                    <a:pt x="358584" y="361746"/>
                  </a:lnTo>
                  <a:lnTo>
                    <a:pt x="358584" y="322973"/>
                  </a:lnTo>
                  <a:lnTo>
                    <a:pt x="516382" y="322973"/>
                  </a:lnTo>
                  <a:lnTo>
                    <a:pt x="520420" y="318922"/>
                  </a:lnTo>
                  <a:lnTo>
                    <a:pt x="520420" y="7416"/>
                  </a:lnTo>
                  <a:lnTo>
                    <a:pt x="520420" y="4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7309" y="6830069"/>
              <a:ext cx="175161" cy="1752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84670" y="6514185"/>
              <a:ext cx="520700" cy="506095"/>
            </a:xfrm>
            <a:custGeom>
              <a:avLst/>
              <a:gdLst/>
              <a:ahLst/>
              <a:cxnLst/>
              <a:rect l="l" t="t" r="r" b="b"/>
              <a:pathLst>
                <a:path w="520700" h="506095">
                  <a:moveTo>
                    <a:pt x="344081" y="319697"/>
                  </a:moveTo>
                  <a:lnTo>
                    <a:pt x="176339" y="319697"/>
                  </a:lnTo>
                  <a:lnTo>
                    <a:pt x="176339" y="323507"/>
                  </a:lnTo>
                  <a:lnTo>
                    <a:pt x="176339" y="347637"/>
                  </a:lnTo>
                  <a:lnTo>
                    <a:pt x="176339" y="351447"/>
                  </a:lnTo>
                  <a:lnTo>
                    <a:pt x="344081" y="351447"/>
                  </a:lnTo>
                  <a:lnTo>
                    <a:pt x="344081" y="347637"/>
                  </a:lnTo>
                  <a:lnTo>
                    <a:pt x="180047" y="347637"/>
                  </a:lnTo>
                  <a:lnTo>
                    <a:pt x="180047" y="323507"/>
                  </a:lnTo>
                  <a:lnTo>
                    <a:pt x="340372" y="323507"/>
                  </a:lnTo>
                  <a:lnTo>
                    <a:pt x="340372" y="347599"/>
                  </a:lnTo>
                  <a:lnTo>
                    <a:pt x="344081" y="347599"/>
                  </a:lnTo>
                  <a:lnTo>
                    <a:pt x="344081" y="323507"/>
                  </a:lnTo>
                  <a:lnTo>
                    <a:pt x="344081" y="322973"/>
                  </a:lnTo>
                  <a:lnTo>
                    <a:pt x="344081" y="319697"/>
                  </a:lnTo>
                  <a:close/>
                </a:path>
                <a:path w="520700" h="506095">
                  <a:moveTo>
                    <a:pt x="505917" y="281597"/>
                  </a:moveTo>
                  <a:lnTo>
                    <a:pt x="502386" y="281597"/>
                  </a:lnTo>
                  <a:lnTo>
                    <a:pt x="502386" y="285407"/>
                  </a:lnTo>
                  <a:lnTo>
                    <a:pt x="502386" y="304457"/>
                  </a:lnTo>
                  <a:lnTo>
                    <a:pt x="18211" y="304457"/>
                  </a:lnTo>
                  <a:lnTo>
                    <a:pt x="18211" y="285407"/>
                  </a:lnTo>
                  <a:lnTo>
                    <a:pt x="502386" y="285407"/>
                  </a:lnTo>
                  <a:lnTo>
                    <a:pt x="502386" y="281597"/>
                  </a:lnTo>
                  <a:lnTo>
                    <a:pt x="14503" y="281597"/>
                  </a:lnTo>
                  <a:lnTo>
                    <a:pt x="14503" y="285407"/>
                  </a:lnTo>
                  <a:lnTo>
                    <a:pt x="14503" y="304457"/>
                  </a:lnTo>
                  <a:lnTo>
                    <a:pt x="14503" y="308267"/>
                  </a:lnTo>
                  <a:lnTo>
                    <a:pt x="505917" y="308267"/>
                  </a:lnTo>
                  <a:lnTo>
                    <a:pt x="505917" y="304774"/>
                  </a:lnTo>
                  <a:lnTo>
                    <a:pt x="505917" y="304457"/>
                  </a:lnTo>
                  <a:lnTo>
                    <a:pt x="505917" y="285407"/>
                  </a:lnTo>
                  <a:lnTo>
                    <a:pt x="505917" y="284873"/>
                  </a:lnTo>
                  <a:lnTo>
                    <a:pt x="505917" y="281597"/>
                  </a:lnTo>
                  <a:close/>
                </a:path>
                <a:path w="520700" h="506095">
                  <a:moveTo>
                    <a:pt x="506095" y="14909"/>
                  </a:moveTo>
                  <a:lnTo>
                    <a:pt x="502386" y="14909"/>
                  </a:lnTo>
                  <a:lnTo>
                    <a:pt x="502386" y="18719"/>
                  </a:lnTo>
                  <a:lnTo>
                    <a:pt x="502386" y="266357"/>
                  </a:lnTo>
                  <a:lnTo>
                    <a:pt x="18211" y="266357"/>
                  </a:lnTo>
                  <a:lnTo>
                    <a:pt x="18211" y="18719"/>
                  </a:lnTo>
                  <a:lnTo>
                    <a:pt x="502386" y="18719"/>
                  </a:lnTo>
                  <a:lnTo>
                    <a:pt x="502386" y="14909"/>
                  </a:lnTo>
                  <a:lnTo>
                    <a:pt x="14503" y="14909"/>
                  </a:lnTo>
                  <a:lnTo>
                    <a:pt x="14503" y="18719"/>
                  </a:lnTo>
                  <a:lnTo>
                    <a:pt x="14503" y="266357"/>
                  </a:lnTo>
                  <a:lnTo>
                    <a:pt x="14503" y="270167"/>
                  </a:lnTo>
                  <a:lnTo>
                    <a:pt x="506095" y="270167"/>
                  </a:lnTo>
                  <a:lnTo>
                    <a:pt x="506095" y="266661"/>
                  </a:lnTo>
                  <a:lnTo>
                    <a:pt x="506095" y="266357"/>
                  </a:lnTo>
                  <a:lnTo>
                    <a:pt x="506095" y="18719"/>
                  </a:lnTo>
                  <a:lnTo>
                    <a:pt x="506095" y="18199"/>
                  </a:lnTo>
                  <a:lnTo>
                    <a:pt x="506095" y="14909"/>
                  </a:lnTo>
                  <a:close/>
                </a:path>
                <a:path w="520700" h="506095">
                  <a:moveTo>
                    <a:pt x="520420" y="4051"/>
                  </a:moveTo>
                  <a:lnTo>
                    <a:pt x="520090" y="3708"/>
                  </a:lnTo>
                  <a:lnTo>
                    <a:pt x="516712" y="330"/>
                  </a:lnTo>
                  <a:lnTo>
                    <a:pt x="516712" y="6070"/>
                  </a:lnTo>
                  <a:lnTo>
                    <a:pt x="516712" y="316903"/>
                  </a:lnTo>
                  <a:lnTo>
                    <a:pt x="514350" y="319265"/>
                  </a:lnTo>
                  <a:lnTo>
                    <a:pt x="354876" y="319265"/>
                  </a:lnTo>
                  <a:lnTo>
                    <a:pt x="354876" y="359714"/>
                  </a:lnTo>
                  <a:lnTo>
                    <a:pt x="352513" y="362077"/>
                  </a:lnTo>
                  <a:lnTo>
                    <a:pt x="307162" y="362077"/>
                  </a:lnTo>
                  <a:lnTo>
                    <a:pt x="307162" y="457149"/>
                  </a:lnTo>
                  <a:lnTo>
                    <a:pt x="335991" y="457149"/>
                  </a:lnTo>
                  <a:lnTo>
                    <a:pt x="338353" y="459511"/>
                  </a:lnTo>
                  <a:lnTo>
                    <a:pt x="338353" y="491375"/>
                  </a:lnTo>
                  <a:lnTo>
                    <a:pt x="391960" y="491375"/>
                  </a:lnTo>
                  <a:lnTo>
                    <a:pt x="394322" y="493737"/>
                  </a:lnTo>
                  <a:lnTo>
                    <a:pt x="394322" y="499808"/>
                  </a:lnTo>
                  <a:lnTo>
                    <a:pt x="391960" y="502158"/>
                  </a:lnTo>
                  <a:lnTo>
                    <a:pt x="128638" y="502158"/>
                  </a:lnTo>
                  <a:lnTo>
                    <a:pt x="126276" y="499808"/>
                  </a:lnTo>
                  <a:lnTo>
                    <a:pt x="126276" y="493737"/>
                  </a:lnTo>
                  <a:lnTo>
                    <a:pt x="128638" y="491375"/>
                  </a:lnTo>
                  <a:lnTo>
                    <a:pt x="182245" y="491375"/>
                  </a:lnTo>
                  <a:lnTo>
                    <a:pt x="182245" y="459511"/>
                  </a:lnTo>
                  <a:lnTo>
                    <a:pt x="184607" y="457149"/>
                  </a:lnTo>
                  <a:lnTo>
                    <a:pt x="213423" y="457149"/>
                  </a:lnTo>
                  <a:lnTo>
                    <a:pt x="213423" y="362077"/>
                  </a:lnTo>
                  <a:lnTo>
                    <a:pt x="168084" y="362077"/>
                  </a:lnTo>
                  <a:lnTo>
                    <a:pt x="165722" y="359714"/>
                  </a:lnTo>
                  <a:lnTo>
                    <a:pt x="165722" y="319265"/>
                  </a:lnTo>
                  <a:lnTo>
                    <a:pt x="6070" y="319265"/>
                  </a:lnTo>
                  <a:lnTo>
                    <a:pt x="3708" y="316903"/>
                  </a:lnTo>
                  <a:lnTo>
                    <a:pt x="3708" y="6070"/>
                  </a:lnTo>
                  <a:lnTo>
                    <a:pt x="6070" y="3708"/>
                  </a:lnTo>
                  <a:lnTo>
                    <a:pt x="514350" y="3708"/>
                  </a:lnTo>
                  <a:lnTo>
                    <a:pt x="516712" y="6070"/>
                  </a:lnTo>
                  <a:lnTo>
                    <a:pt x="516712" y="330"/>
                  </a:lnTo>
                  <a:lnTo>
                    <a:pt x="516382" y="0"/>
                  </a:lnTo>
                  <a:lnTo>
                    <a:pt x="4051" y="0"/>
                  </a:lnTo>
                  <a:lnTo>
                    <a:pt x="0" y="4051"/>
                  </a:lnTo>
                  <a:lnTo>
                    <a:pt x="0" y="318922"/>
                  </a:lnTo>
                  <a:lnTo>
                    <a:pt x="4051" y="322973"/>
                  </a:lnTo>
                  <a:lnTo>
                    <a:pt x="161836" y="322973"/>
                  </a:lnTo>
                  <a:lnTo>
                    <a:pt x="161836" y="361746"/>
                  </a:lnTo>
                  <a:lnTo>
                    <a:pt x="165887" y="365785"/>
                  </a:lnTo>
                  <a:lnTo>
                    <a:pt x="209550" y="365785"/>
                  </a:lnTo>
                  <a:lnTo>
                    <a:pt x="209550" y="453440"/>
                  </a:lnTo>
                  <a:lnTo>
                    <a:pt x="182410" y="453440"/>
                  </a:lnTo>
                  <a:lnTo>
                    <a:pt x="178371" y="457492"/>
                  </a:lnTo>
                  <a:lnTo>
                    <a:pt x="178371" y="487667"/>
                  </a:lnTo>
                  <a:lnTo>
                    <a:pt x="126606" y="487667"/>
                  </a:lnTo>
                  <a:lnTo>
                    <a:pt x="122567" y="491705"/>
                  </a:lnTo>
                  <a:lnTo>
                    <a:pt x="122567" y="501827"/>
                  </a:lnTo>
                  <a:lnTo>
                    <a:pt x="126606" y="505866"/>
                  </a:lnTo>
                  <a:lnTo>
                    <a:pt x="393992" y="505866"/>
                  </a:lnTo>
                  <a:lnTo>
                    <a:pt x="397700" y="502158"/>
                  </a:lnTo>
                  <a:lnTo>
                    <a:pt x="398030" y="501827"/>
                  </a:lnTo>
                  <a:lnTo>
                    <a:pt x="398030" y="491705"/>
                  </a:lnTo>
                  <a:lnTo>
                    <a:pt x="393992" y="487667"/>
                  </a:lnTo>
                  <a:lnTo>
                    <a:pt x="342061" y="487667"/>
                  </a:lnTo>
                  <a:lnTo>
                    <a:pt x="342061" y="457492"/>
                  </a:lnTo>
                  <a:lnTo>
                    <a:pt x="338010" y="453440"/>
                  </a:lnTo>
                  <a:lnTo>
                    <a:pt x="310870" y="453440"/>
                  </a:lnTo>
                  <a:lnTo>
                    <a:pt x="310870" y="365785"/>
                  </a:lnTo>
                  <a:lnTo>
                    <a:pt x="354533" y="365785"/>
                  </a:lnTo>
                  <a:lnTo>
                    <a:pt x="358584" y="361746"/>
                  </a:lnTo>
                  <a:lnTo>
                    <a:pt x="358584" y="322973"/>
                  </a:lnTo>
                  <a:lnTo>
                    <a:pt x="516382" y="322973"/>
                  </a:lnTo>
                  <a:lnTo>
                    <a:pt x="520420" y="318922"/>
                  </a:lnTo>
                  <a:lnTo>
                    <a:pt x="520420" y="4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9744" y="6560538"/>
              <a:ext cx="430459" cy="19570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856277" y="6634746"/>
              <a:ext cx="265430" cy="363220"/>
            </a:xfrm>
            <a:custGeom>
              <a:avLst/>
              <a:gdLst/>
              <a:ahLst/>
              <a:cxnLst/>
              <a:rect l="l" t="t" r="r" b="b"/>
              <a:pathLst>
                <a:path w="265429" h="363220">
                  <a:moveTo>
                    <a:pt x="77812" y="91909"/>
                  </a:moveTo>
                  <a:lnTo>
                    <a:pt x="73367" y="87477"/>
                  </a:lnTo>
                  <a:lnTo>
                    <a:pt x="67208" y="87477"/>
                  </a:lnTo>
                  <a:lnTo>
                    <a:pt x="67208" y="98056"/>
                  </a:lnTo>
                  <a:lnTo>
                    <a:pt x="67208" y="352107"/>
                  </a:lnTo>
                  <a:lnTo>
                    <a:pt x="10604" y="352107"/>
                  </a:lnTo>
                  <a:lnTo>
                    <a:pt x="10604" y="98056"/>
                  </a:lnTo>
                  <a:lnTo>
                    <a:pt x="67208" y="98056"/>
                  </a:lnTo>
                  <a:lnTo>
                    <a:pt x="67208" y="87477"/>
                  </a:lnTo>
                  <a:lnTo>
                    <a:pt x="4432" y="87477"/>
                  </a:lnTo>
                  <a:lnTo>
                    <a:pt x="0" y="91909"/>
                  </a:lnTo>
                  <a:lnTo>
                    <a:pt x="0" y="358254"/>
                  </a:lnTo>
                  <a:lnTo>
                    <a:pt x="4432" y="362686"/>
                  </a:lnTo>
                  <a:lnTo>
                    <a:pt x="73367" y="362686"/>
                  </a:lnTo>
                  <a:lnTo>
                    <a:pt x="77812" y="358254"/>
                  </a:lnTo>
                  <a:lnTo>
                    <a:pt x="77812" y="352107"/>
                  </a:lnTo>
                  <a:lnTo>
                    <a:pt x="77812" y="98056"/>
                  </a:lnTo>
                  <a:lnTo>
                    <a:pt x="77812" y="91909"/>
                  </a:lnTo>
                  <a:close/>
                </a:path>
                <a:path w="265429" h="363220">
                  <a:moveTo>
                    <a:pt x="171627" y="4927"/>
                  </a:moveTo>
                  <a:lnTo>
                    <a:pt x="166662" y="0"/>
                  </a:lnTo>
                  <a:lnTo>
                    <a:pt x="161023" y="0"/>
                  </a:lnTo>
                  <a:lnTo>
                    <a:pt x="161023" y="10795"/>
                  </a:lnTo>
                  <a:lnTo>
                    <a:pt x="161023" y="351904"/>
                  </a:lnTo>
                  <a:lnTo>
                    <a:pt x="160807" y="352107"/>
                  </a:lnTo>
                  <a:lnTo>
                    <a:pt x="104622" y="352107"/>
                  </a:lnTo>
                  <a:lnTo>
                    <a:pt x="104406" y="351904"/>
                  </a:lnTo>
                  <a:lnTo>
                    <a:pt x="104406" y="10795"/>
                  </a:lnTo>
                  <a:lnTo>
                    <a:pt x="104622" y="10579"/>
                  </a:lnTo>
                  <a:lnTo>
                    <a:pt x="160807" y="10579"/>
                  </a:lnTo>
                  <a:lnTo>
                    <a:pt x="161023" y="10795"/>
                  </a:lnTo>
                  <a:lnTo>
                    <a:pt x="161023" y="0"/>
                  </a:lnTo>
                  <a:lnTo>
                    <a:pt x="98767" y="0"/>
                  </a:lnTo>
                  <a:lnTo>
                    <a:pt x="93802" y="4927"/>
                  </a:lnTo>
                  <a:lnTo>
                    <a:pt x="93802" y="357746"/>
                  </a:lnTo>
                  <a:lnTo>
                    <a:pt x="98767" y="362686"/>
                  </a:lnTo>
                  <a:lnTo>
                    <a:pt x="166662" y="362686"/>
                  </a:lnTo>
                  <a:lnTo>
                    <a:pt x="171627" y="357746"/>
                  </a:lnTo>
                  <a:lnTo>
                    <a:pt x="171627" y="352107"/>
                  </a:lnTo>
                  <a:lnTo>
                    <a:pt x="171627" y="10579"/>
                  </a:lnTo>
                  <a:lnTo>
                    <a:pt x="171627" y="4927"/>
                  </a:lnTo>
                  <a:close/>
                </a:path>
                <a:path w="265429" h="363220">
                  <a:moveTo>
                    <a:pt x="265404" y="81889"/>
                  </a:moveTo>
                  <a:lnTo>
                    <a:pt x="260972" y="77444"/>
                  </a:lnTo>
                  <a:lnTo>
                    <a:pt x="254812" y="77444"/>
                  </a:lnTo>
                  <a:lnTo>
                    <a:pt x="254812" y="88036"/>
                  </a:lnTo>
                  <a:lnTo>
                    <a:pt x="254812" y="352107"/>
                  </a:lnTo>
                  <a:lnTo>
                    <a:pt x="198221" y="352107"/>
                  </a:lnTo>
                  <a:lnTo>
                    <a:pt x="198221" y="88036"/>
                  </a:lnTo>
                  <a:lnTo>
                    <a:pt x="254812" y="88036"/>
                  </a:lnTo>
                  <a:lnTo>
                    <a:pt x="254812" y="77444"/>
                  </a:lnTo>
                  <a:lnTo>
                    <a:pt x="192049" y="77444"/>
                  </a:lnTo>
                  <a:lnTo>
                    <a:pt x="187617" y="81889"/>
                  </a:lnTo>
                  <a:lnTo>
                    <a:pt x="187617" y="358254"/>
                  </a:lnTo>
                  <a:lnTo>
                    <a:pt x="192049" y="362686"/>
                  </a:lnTo>
                  <a:lnTo>
                    <a:pt x="260972" y="362686"/>
                  </a:lnTo>
                  <a:lnTo>
                    <a:pt x="265404" y="358254"/>
                  </a:lnTo>
                  <a:lnTo>
                    <a:pt x="265404" y="352107"/>
                  </a:lnTo>
                  <a:lnTo>
                    <a:pt x="265404" y="88036"/>
                  </a:lnTo>
                  <a:lnTo>
                    <a:pt x="265404" y="81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37652" y="6620997"/>
              <a:ext cx="198362" cy="37643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885744" y="6536884"/>
              <a:ext cx="529590" cy="415290"/>
            </a:xfrm>
            <a:custGeom>
              <a:avLst/>
              <a:gdLst/>
              <a:ahLst/>
              <a:cxnLst/>
              <a:rect l="l" t="t" r="r" b="b"/>
              <a:pathLst>
                <a:path w="529590" h="415290">
                  <a:moveTo>
                    <a:pt x="421804" y="237276"/>
                  </a:moveTo>
                  <a:lnTo>
                    <a:pt x="409949" y="237276"/>
                  </a:lnTo>
                  <a:lnTo>
                    <a:pt x="413743" y="244868"/>
                  </a:lnTo>
                  <a:lnTo>
                    <a:pt x="413814" y="245009"/>
                  </a:lnTo>
                  <a:lnTo>
                    <a:pt x="407408" y="249959"/>
                  </a:lnTo>
                  <a:lnTo>
                    <a:pt x="405304" y="258379"/>
                  </a:lnTo>
                  <a:lnTo>
                    <a:pt x="405246" y="258608"/>
                  </a:lnTo>
                  <a:lnTo>
                    <a:pt x="405167" y="258925"/>
                  </a:lnTo>
                  <a:lnTo>
                    <a:pt x="412261" y="273052"/>
                  </a:lnTo>
                  <a:lnTo>
                    <a:pt x="418265" y="276787"/>
                  </a:lnTo>
                  <a:lnTo>
                    <a:pt x="424560" y="276787"/>
                  </a:lnTo>
                  <a:lnTo>
                    <a:pt x="424190" y="280010"/>
                  </a:lnTo>
                  <a:lnTo>
                    <a:pt x="489005" y="411226"/>
                  </a:lnTo>
                  <a:lnTo>
                    <a:pt x="504234" y="414874"/>
                  </a:lnTo>
                  <a:lnTo>
                    <a:pt x="506916" y="414245"/>
                  </a:lnTo>
                  <a:lnTo>
                    <a:pt x="519675" y="407853"/>
                  </a:lnTo>
                  <a:lnTo>
                    <a:pt x="524220" y="404287"/>
                  </a:lnTo>
                  <a:lnTo>
                    <a:pt x="499011" y="404287"/>
                  </a:lnTo>
                  <a:lnTo>
                    <a:pt x="496646" y="402850"/>
                  </a:lnTo>
                  <a:lnTo>
                    <a:pt x="435731" y="281737"/>
                  </a:lnTo>
                  <a:lnTo>
                    <a:pt x="434090" y="278425"/>
                  </a:lnTo>
                  <a:lnTo>
                    <a:pt x="435431" y="274374"/>
                  </a:lnTo>
                  <a:lnTo>
                    <a:pt x="450042" y="267063"/>
                  </a:lnTo>
                  <a:lnTo>
                    <a:pt x="451048" y="266817"/>
                  </a:lnTo>
                  <a:lnTo>
                    <a:pt x="468128" y="266817"/>
                  </a:lnTo>
                  <a:lnTo>
                    <a:pt x="467827" y="266218"/>
                  </a:lnTo>
                  <a:lnTo>
                    <a:pt x="422355" y="266218"/>
                  </a:lnTo>
                  <a:lnTo>
                    <a:pt x="419972" y="264773"/>
                  </a:lnTo>
                  <a:lnTo>
                    <a:pt x="416859" y="258608"/>
                  </a:lnTo>
                  <a:lnTo>
                    <a:pt x="416743" y="258379"/>
                  </a:lnTo>
                  <a:lnTo>
                    <a:pt x="418037" y="254521"/>
                  </a:lnTo>
                  <a:lnTo>
                    <a:pt x="418102" y="254328"/>
                  </a:lnTo>
                  <a:lnTo>
                    <a:pt x="444289" y="241204"/>
                  </a:lnTo>
                  <a:lnTo>
                    <a:pt x="445063" y="241028"/>
                  </a:lnTo>
                  <a:lnTo>
                    <a:pt x="462420" y="241028"/>
                  </a:lnTo>
                  <a:lnTo>
                    <a:pt x="461542" y="239284"/>
                  </a:lnTo>
                  <a:lnTo>
                    <a:pt x="422813" y="239284"/>
                  </a:lnTo>
                  <a:lnTo>
                    <a:pt x="421804" y="237276"/>
                  </a:lnTo>
                  <a:close/>
                </a:path>
                <a:path w="529590" h="415290">
                  <a:moveTo>
                    <a:pt x="468128" y="266817"/>
                  </a:moveTo>
                  <a:lnTo>
                    <a:pt x="454630" y="266817"/>
                  </a:lnTo>
                  <a:lnTo>
                    <a:pt x="457012" y="268261"/>
                  </a:lnTo>
                  <a:lnTo>
                    <a:pt x="458124" y="270516"/>
                  </a:lnTo>
                  <a:lnTo>
                    <a:pt x="519569" y="392695"/>
                  </a:lnTo>
                  <a:lnTo>
                    <a:pt x="518228" y="396737"/>
                  </a:lnTo>
                  <a:lnTo>
                    <a:pt x="503599" y="404057"/>
                  </a:lnTo>
                  <a:lnTo>
                    <a:pt x="502593" y="404287"/>
                  </a:lnTo>
                  <a:lnTo>
                    <a:pt x="524220" y="404287"/>
                  </a:lnTo>
                  <a:lnTo>
                    <a:pt x="525076" y="403616"/>
                  </a:lnTo>
                  <a:lnTo>
                    <a:pt x="528326" y="397834"/>
                  </a:lnTo>
                  <a:lnTo>
                    <a:pt x="529174" y="391258"/>
                  </a:lnTo>
                  <a:lnTo>
                    <a:pt x="527369" y="384639"/>
                  </a:lnTo>
                  <a:lnTo>
                    <a:pt x="468252" y="267063"/>
                  </a:lnTo>
                  <a:lnTo>
                    <a:pt x="468128" y="266817"/>
                  </a:lnTo>
                  <a:close/>
                </a:path>
                <a:path w="529590" h="415290">
                  <a:moveTo>
                    <a:pt x="462420" y="241028"/>
                  </a:moveTo>
                  <a:lnTo>
                    <a:pt x="448964" y="241028"/>
                  </a:lnTo>
                  <a:lnTo>
                    <a:pt x="451259" y="242420"/>
                  </a:lnTo>
                  <a:lnTo>
                    <a:pt x="453148" y="246189"/>
                  </a:lnTo>
                  <a:lnTo>
                    <a:pt x="453615" y="247211"/>
                  </a:lnTo>
                  <a:lnTo>
                    <a:pt x="453748" y="248920"/>
                  </a:lnTo>
                  <a:lnTo>
                    <a:pt x="452601" y="252337"/>
                  </a:lnTo>
                  <a:lnTo>
                    <a:pt x="451418" y="253711"/>
                  </a:lnTo>
                  <a:lnTo>
                    <a:pt x="426943" y="265971"/>
                  </a:lnTo>
                  <a:lnTo>
                    <a:pt x="425937" y="266218"/>
                  </a:lnTo>
                  <a:lnTo>
                    <a:pt x="467827" y="266218"/>
                  </a:lnTo>
                  <a:lnTo>
                    <a:pt x="466065" y="262712"/>
                  </a:lnTo>
                  <a:lnTo>
                    <a:pt x="463700" y="260264"/>
                  </a:lnTo>
                  <a:lnTo>
                    <a:pt x="460877" y="258608"/>
                  </a:lnTo>
                  <a:lnTo>
                    <a:pt x="461883" y="257216"/>
                  </a:lnTo>
                  <a:lnTo>
                    <a:pt x="462677" y="255649"/>
                  </a:lnTo>
                  <a:lnTo>
                    <a:pt x="464706" y="249571"/>
                  </a:lnTo>
                  <a:lnTo>
                    <a:pt x="464529" y="247211"/>
                  </a:lnTo>
                  <a:lnTo>
                    <a:pt x="464423" y="245802"/>
                  </a:lnTo>
                  <a:lnTo>
                    <a:pt x="464353" y="244868"/>
                  </a:lnTo>
                  <a:lnTo>
                    <a:pt x="462509" y="241204"/>
                  </a:lnTo>
                  <a:lnTo>
                    <a:pt x="462420" y="241028"/>
                  </a:lnTo>
                  <a:close/>
                </a:path>
                <a:path w="529590" h="415290">
                  <a:moveTo>
                    <a:pt x="115788" y="13598"/>
                  </a:moveTo>
                  <a:lnTo>
                    <a:pt x="102835" y="13598"/>
                  </a:lnTo>
                  <a:lnTo>
                    <a:pt x="196357" y="146628"/>
                  </a:lnTo>
                  <a:lnTo>
                    <a:pt x="197963" y="147474"/>
                  </a:lnTo>
                  <a:lnTo>
                    <a:pt x="243085" y="147474"/>
                  </a:lnTo>
                  <a:lnTo>
                    <a:pt x="283442" y="245802"/>
                  </a:lnTo>
                  <a:lnTo>
                    <a:pt x="285423" y="247211"/>
                  </a:lnTo>
                  <a:lnTo>
                    <a:pt x="289477" y="247211"/>
                  </a:lnTo>
                  <a:lnTo>
                    <a:pt x="291260" y="246189"/>
                  </a:lnTo>
                  <a:lnTo>
                    <a:pt x="300444" y="229918"/>
                  </a:lnTo>
                  <a:lnTo>
                    <a:pt x="288376" y="229918"/>
                  </a:lnTo>
                  <a:lnTo>
                    <a:pt x="250743" y="138191"/>
                  </a:lnTo>
                  <a:lnTo>
                    <a:pt x="248802" y="136887"/>
                  </a:lnTo>
                  <a:lnTo>
                    <a:pt x="202445" y="136887"/>
                  </a:lnTo>
                  <a:lnTo>
                    <a:pt x="115788" y="13598"/>
                  </a:lnTo>
                  <a:close/>
                </a:path>
                <a:path w="529590" h="415290">
                  <a:moveTo>
                    <a:pt x="328155" y="207172"/>
                  </a:moveTo>
                  <a:lnTo>
                    <a:pt x="313282" y="207172"/>
                  </a:lnTo>
                  <a:lnTo>
                    <a:pt x="327597" y="221417"/>
                  </a:lnTo>
                  <a:lnTo>
                    <a:pt x="344591" y="232060"/>
                  </a:lnTo>
                  <a:lnTo>
                    <a:pt x="363657" y="238723"/>
                  </a:lnTo>
                  <a:lnTo>
                    <a:pt x="384185" y="241028"/>
                  </a:lnTo>
                  <a:lnTo>
                    <a:pt x="390762" y="240791"/>
                  </a:lnTo>
                  <a:lnTo>
                    <a:pt x="397253" y="240083"/>
                  </a:lnTo>
                  <a:lnTo>
                    <a:pt x="403651" y="238910"/>
                  </a:lnTo>
                  <a:lnTo>
                    <a:pt x="409949" y="237276"/>
                  </a:lnTo>
                  <a:lnTo>
                    <a:pt x="421804" y="237276"/>
                  </a:lnTo>
                  <a:lnTo>
                    <a:pt x="420043" y="233771"/>
                  </a:lnTo>
                  <a:lnTo>
                    <a:pt x="424472" y="231551"/>
                  </a:lnTo>
                  <a:lnTo>
                    <a:pt x="425535" y="231040"/>
                  </a:lnTo>
                  <a:lnTo>
                    <a:pt x="426709" y="230441"/>
                  </a:lnTo>
                  <a:lnTo>
                    <a:pt x="384185" y="230441"/>
                  </a:lnTo>
                  <a:lnTo>
                    <a:pt x="361993" y="227367"/>
                  </a:lnTo>
                  <a:lnTo>
                    <a:pt x="341958" y="218560"/>
                  </a:lnTo>
                  <a:lnTo>
                    <a:pt x="328155" y="207172"/>
                  </a:lnTo>
                  <a:close/>
                </a:path>
                <a:path w="529590" h="415290">
                  <a:moveTo>
                    <a:pt x="440846" y="229279"/>
                  </a:moveTo>
                  <a:lnTo>
                    <a:pt x="428990" y="229279"/>
                  </a:lnTo>
                  <a:lnTo>
                    <a:pt x="431760" y="234810"/>
                  </a:lnTo>
                  <a:lnTo>
                    <a:pt x="422813" y="239284"/>
                  </a:lnTo>
                  <a:lnTo>
                    <a:pt x="461542" y="239284"/>
                  </a:lnTo>
                  <a:lnTo>
                    <a:pt x="458900" y="234035"/>
                  </a:lnTo>
                  <a:lnTo>
                    <a:pt x="454016" y="231040"/>
                  </a:lnTo>
                  <a:lnTo>
                    <a:pt x="441730" y="231040"/>
                  </a:lnTo>
                  <a:lnTo>
                    <a:pt x="440846" y="229279"/>
                  </a:lnTo>
                  <a:close/>
                </a:path>
                <a:path w="529590" h="415290">
                  <a:moveTo>
                    <a:pt x="453040" y="230441"/>
                  </a:moveTo>
                  <a:lnTo>
                    <a:pt x="444450" y="230441"/>
                  </a:lnTo>
                  <a:lnTo>
                    <a:pt x="443230" y="230635"/>
                  </a:lnTo>
                  <a:lnTo>
                    <a:pt x="441730" y="231040"/>
                  </a:lnTo>
                  <a:lnTo>
                    <a:pt x="454016" y="231040"/>
                  </a:lnTo>
                  <a:lnTo>
                    <a:pt x="453040" y="230441"/>
                  </a:lnTo>
                  <a:close/>
                </a:path>
                <a:path w="529590" h="415290">
                  <a:moveTo>
                    <a:pt x="425338" y="70143"/>
                  </a:moveTo>
                  <a:lnTo>
                    <a:pt x="384044" y="70143"/>
                  </a:lnTo>
                  <a:lnTo>
                    <a:pt x="406237" y="73217"/>
                  </a:lnTo>
                  <a:lnTo>
                    <a:pt x="426272" y="82025"/>
                  </a:lnTo>
                  <a:lnTo>
                    <a:pt x="455847" y="114357"/>
                  </a:lnTo>
                  <a:lnTo>
                    <a:pt x="464134" y="147474"/>
                  </a:lnTo>
                  <a:lnTo>
                    <a:pt x="463922" y="155557"/>
                  </a:lnTo>
                  <a:lnTo>
                    <a:pt x="463803" y="160080"/>
                  </a:lnTo>
                  <a:lnTo>
                    <a:pt x="445068" y="202488"/>
                  </a:lnTo>
                  <a:lnTo>
                    <a:pt x="411132" y="225752"/>
                  </a:lnTo>
                  <a:lnTo>
                    <a:pt x="384185" y="230441"/>
                  </a:lnTo>
                  <a:lnTo>
                    <a:pt x="426709" y="230441"/>
                  </a:lnTo>
                  <a:lnTo>
                    <a:pt x="428990" y="229279"/>
                  </a:lnTo>
                  <a:lnTo>
                    <a:pt x="440846" y="229279"/>
                  </a:lnTo>
                  <a:lnTo>
                    <a:pt x="437901" y="223413"/>
                  </a:lnTo>
                  <a:lnTo>
                    <a:pt x="464878" y="191901"/>
                  </a:lnTo>
                  <a:lnTo>
                    <a:pt x="474698" y="147474"/>
                  </a:lnTo>
                  <a:lnTo>
                    <a:pt x="474795" y="143729"/>
                  </a:lnTo>
                  <a:lnTo>
                    <a:pt x="471780" y="126329"/>
                  </a:lnTo>
                  <a:lnTo>
                    <a:pt x="465323" y="109601"/>
                  </a:lnTo>
                  <a:lnTo>
                    <a:pt x="450948" y="88762"/>
                  </a:lnTo>
                  <a:lnTo>
                    <a:pt x="431850" y="73006"/>
                  </a:lnTo>
                  <a:lnTo>
                    <a:pt x="425338" y="70143"/>
                  </a:lnTo>
                  <a:close/>
                </a:path>
                <a:path w="529590" h="415290">
                  <a:moveTo>
                    <a:pt x="384044" y="59557"/>
                  </a:moveTo>
                  <a:lnTo>
                    <a:pt x="343351" y="69227"/>
                  </a:lnTo>
                  <a:lnTo>
                    <a:pt x="297910" y="121749"/>
                  </a:lnTo>
                  <a:lnTo>
                    <a:pt x="293536" y="155557"/>
                  </a:lnTo>
                  <a:lnTo>
                    <a:pt x="293446" y="156251"/>
                  </a:lnTo>
                  <a:lnTo>
                    <a:pt x="302906" y="190983"/>
                  </a:lnTo>
                  <a:lnTo>
                    <a:pt x="304035" y="193238"/>
                  </a:lnTo>
                  <a:lnTo>
                    <a:pt x="305271" y="195405"/>
                  </a:lnTo>
                  <a:lnTo>
                    <a:pt x="306559" y="197519"/>
                  </a:lnTo>
                  <a:lnTo>
                    <a:pt x="288268" y="229918"/>
                  </a:lnTo>
                  <a:lnTo>
                    <a:pt x="300444" y="229918"/>
                  </a:lnTo>
                  <a:lnTo>
                    <a:pt x="313282" y="207172"/>
                  </a:lnTo>
                  <a:lnTo>
                    <a:pt x="328155" y="207172"/>
                  </a:lnTo>
                  <a:lnTo>
                    <a:pt x="325085" y="204639"/>
                  </a:lnTo>
                  <a:lnTo>
                    <a:pt x="312382" y="186227"/>
                  </a:lnTo>
                  <a:lnTo>
                    <a:pt x="304027" y="155557"/>
                  </a:lnTo>
                  <a:lnTo>
                    <a:pt x="307966" y="125085"/>
                  </a:lnTo>
                  <a:lnTo>
                    <a:pt x="348098" y="78687"/>
                  </a:lnTo>
                  <a:lnTo>
                    <a:pt x="384044" y="70143"/>
                  </a:lnTo>
                  <a:lnTo>
                    <a:pt x="425338" y="70143"/>
                  </a:lnTo>
                  <a:lnTo>
                    <a:pt x="409169" y="63036"/>
                  </a:lnTo>
                  <a:lnTo>
                    <a:pt x="384044" y="59557"/>
                  </a:lnTo>
                  <a:close/>
                </a:path>
                <a:path w="529590" h="415290">
                  <a:moveTo>
                    <a:pt x="105346" y="0"/>
                  </a:moveTo>
                  <a:lnTo>
                    <a:pt x="101639" y="0"/>
                  </a:lnTo>
                  <a:lnTo>
                    <a:pt x="100581" y="422"/>
                  </a:lnTo>
                  <a:lnTo>
                    <a:pt x="10320" y="98299"/>
                  </a:lnTo>
                  <a:lnTo>
                    <a:pt x="0" y="109601"/>
                  </a:lnTo>
                  <a:lnTo>
                    <a:pt x="136" y="112842"/>
                  </a:lnTo>
                  <a:lnTo>
                    <a:pt x="4451" y="116806"/>
                  </a:lnTo>
                  <a:lnTo>
                    <a:pt x="7798" y="116665"/>
                  </a:lnTo>
                  <a:lnTo>
                    <a:pt x="102835" y="13598"/>
                  </a:lnTo>
                  <a:lnTo>
                    <a:pt x="115788" y="13598"/>
                  </a:lnTo>
                  <a:lnTo>
                    <a:pt x="106812" y="827"/>
                  </a:lnTo>
                  <a:lnTo>
                    <a:pt x="105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96283" y="6512962"/>
              <a:ext cx="180213" cy="28601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873135" y="6783057"/>
              <a:ext cx="513715" cy="240029"/>
            </a:xfrm>
            <a:custGeom>
              <a:avLst/>
              <a:gdLst/>
              <a:ahLst/>
              <a:cxnLst/>
              <a:rect l="l" t="t" r="r" b="b"/>
              <a:pathLst>
                <a:path w="513715" h="240029">
                  <a:moveTo>
                    <a:pt x="454736" y="186207"/>
                  </a:moveTo>
                  <a:lnTo>
                    <a:pt x="451129" y="182613"/>
                  </a:lnTo>
                  <a:lnTo>
                    <a:pt x="446925" y="182613"/>
                  </a:lnTo>
                  <a:lnTo>
                    <a:pt x="442722" y="183210"/>
                  </a:lnTo>
                  <a:lnTo>
                    <a:pt x="439115" y="186207"/>
                  </a:lnTo>
                  <a:lnTo>
                    <a:pt x="439115" y="190411"/>
                  </a:lnTo>
                  <a:lnTo>
                    <a:pt x="439115" y="194602"/>
                  </a:lnTo>
                  <a:lnTo>
                    <a:pt x="442722" y="198196"/>
                  </a:lnTo>
                  <a:lnTo>
                    <a:pt x="451129" y="198196"/>
                  </a:lnTo>
                  <a:lnTo>
                    <a:pt x="454736" y="194602"/>
                  </a:lnTo>
                  <a:lnTo>
                    <a:pt x="454736" y="186207"/>
                  </a:lnTo>
                  <a:close/>
                </a:path>
                <a:path w="513715" h="240029">
                  <a:moveTo>
                    <a:pt x="513600" y="228777"/>
                  </a:moveTo>
                  <a:lnTo>
                    <a:pt x="511200" y="225183"/>
                  </a:lnTo>
                  <a:lnTo>
                    <a:pt x="412686" y="225183"/>
                  </a:lnTo>
                  <a:lnTo>
                    <a:pt x="412686" y="166420"/>
                  </a:lnTo>
                  <a:lnTo>
                    <a:pt x="412686" y="74079"/>
                  </a:lnTo>
                  <a:lnTo>
                    <a:pt x="412686" y="59690"/>
                  </a:lnTo>
                  <a:lnTo>
                    <a:pt x="496189" y="59690"/>
                  </a:lnTo>
                  <a:lnTo>
                    <a:pt x="499186" y="56095"/>
                  </a:lnTo>
                  <a:lnTo>
                    <a:pt x="499186" y="48895"/>
                  </a:lnTo>
                  <a:lnTo>
                    <a:pt x="495579" y="45300"/>
                  </a:lnTo>
                  <a:lnTo>
                    <a:pt x="412686" y="45300"/>
                  </a:lnTo>
                  <a:lnTo>
                    <a:pt x="412686" y="17119"/>
                  </a:lnTo>
                  <a:lnTo>
                    <a:pt x="409079" y="14122"/>
                  </a:lnTo>
                  <a:lnTo>
                    <a:pt x="401866" y="14122"/>
                  </a:lnTo>
                  <a:lnTo>
                    <a:pt x="398272" y="17716"/>
                  </a:lnTo>
                  <a:lnTo>
                    <a:pt x="398272" y="45300"/>
                  </a:lnTo>
                  <a:lnTo>
                    <a:pt x="350812" y="45300"/>
                  </a:lnTo>
                  <a:lnTo>
                    <a:pt x="347802" y="48298"/>
                  </a:lnTo>
                  <a:lnTo>
                    <a:pt x="347802" y="74079"/>
                  </a:lnTo>
                  <a:lnTo>
                    <a:pt x="347802" y="166420"/>
                  </a:lnTo>
                  <a:lnTo>
                    <a:pt x="284137" y="166420"/>
                  </a:lnTo>
                  <a:lnTo>
                    <a:pt x="118338" y="105257"/>
                  </a:lnTo>
                  <a:lnTo>
                    <a:pt x="19227" y="36906"/>
                  </a:lnTo>
                  <a:lnTo>
                    <a:pt x="21628" y="34505"/>
                  </a:lnTo>
                  <a:lnTo>
                    <a:pt x="30441" y="29311"/>
                  </a:lnTo>
                  <a:lnTo>
                    <a:pt x="40767" y="28435"/>
                  </a:lnTo>
                  <a:lnTo>
                    <a:pt x="51447" y="31051"/>
                  </a:lnTo>
                  <a:lnTo>
                    <a:pt x="61264" y="36309"/>
                  </a:lnTo>
                  <a:lnTo>
                    <a:pt x="125539" y="73482"/>
                  </a:lnTo>
                  <a:lnTo>
                    <a:pt x="150774" y="88468"/>
                  </a:lnTo>
                  <a:lnTo>
                    <a:pt x="153174" y="89674"/>
                  </a:lnTo>
                  <a:lnTo>
                    <a:pt x="266115" y="89674"/>
                  </a:lnTo>
                  <a:lnTo>
                    <a:pt x="269113" y="86080"/>
                  </a:lnTo>
                  <a:lnTo>
                    <a:pt x="269113" y="78282"/>
                  </a:lnTo>
                  <a:lnTo>
                    <a:pt x="265506" y="75285"/>
                  </a:lnTo>
                  <a:lnTo>
                    <a:pt x="193421" y="75285"/>
                  </a:lnTo>
                  <a:lnTo>
                    <a:pt x="191935" y="74688"/>
                  </a:lnTo>
                  <a:lnTo>
                    <a:pt x="185496" y="72097"/>
                  </a:lnTo>
                  <a:lnTo>
                    <a:pt x="179082" y="65989"/>
                  </a:lnTo>
                  <a:lnTo>
                    <a:pt x="174586" y="58077"/>
                  </a:lnTo>
                  <a:lnTo>
                    <a:pt x="172402" y="49504"/>
                  </a:lnTo>
                  <a:lnTo>
                    <a:pt x="281724" y="49504"/>
                  </a:lnTo>
                  <a:lnTo>
                    <a:pt x="325577" y="87871"/>
                  </a:lnTo>
                  <a:lnTo>
                    <a:pt x="326783" y="89077"/>
                  </a:lnTo>
                  <a:lnTo>
                    <a:pt x="328587" y="89674"/>
                  </a:lnTo>
                  <a:lnTo>
                    <a:pt x="347205" y="89674"/>
                  </a:lnTo>
                  <a:lnTo>
                    <a:pt x="347802" y="166420"/>
                  </a:lnTo>
                  <a:lnTo>
                    <a:pt x="347802" y="74079"/>
                  </a:lnTo>
                  <a:lnTo>
                    <a:pt x="333997" y="74079"/>
                  </a:lnTo>
                  <a:lnTo>
                    <a:pt x="305904" y="49504"/>
                  </a:lnTo>
                  <a:lnTo>
                    <a:pt x="290144" y="35712"/>
                  </a:lnTo>
                  <a:lnTo>
                    <a:pt x="288937" y="34505"/>
                  </a:lnTo>
                  <a:lnTo>
                    <a:pt x="287134" y="33909"/>
                  </a:lnTo>
                  <a:lnTo>
                    <a:pt x="162191" y="33909"/>
                  </a:lnTo>
                  <a:lnTo>
                    <a:pt x="158584" y="36906"/>
                  </a:lnTo>
                  <a:lnTo>
                    <a:pt x="158584" y="41109"/>
                  </a:lnTo>
                  <a:lnTo>
                    <a:pt x="158064" y="44704"/>
                  </a:lnTo>
                  <a:lnTo>
                    <a:pt x="167589" y="74688"/>
                  </a:lnTo>
                  <a:lnTo>
                    <a:pt x="159181" y="74688"/>
                  </a:lnTo>
                  <a:lnTo>
                    <a:pt x="149847" y="60286"/>
                  </a:lnTo>
                  <a:lnTo>
                    <a:pt x="131546" y="32105"/>
                  </a:lnTo>
                  <a:lnTo>
                    <a:pt x="131546" y="60286"/>
                  </a:lnTo>
                  <a:lnTo>
                    <a:pt x="88303" y="35115"/>
                  </a:lnTo>
                  <a:lnTo>
                    <a:pt x="84416" y="28435"/>
                  </a:lnTo>
                  <a:lnTo>
                    <a:pt x="79933" y="20713"/>
                  </a:lnTo>
                  <a:lnTo>
                    <a:pt x="77571" y="16675"/>
                  </a:lnTo>
                  <a:lnTo>
                    <a:pt x="77482" y="16522"/>
                  </a:lnTo>
                  <a:lnTo>
                    <a:pt x="81089" y="15328"/>
                  </a:lnTo>
                  <a:lnTo>
                    <a:pt x="91084" y="14782"/>
                  </a:lnTo>
                  <a:lnTo>
                    <a:pt x="100685" y="18694"/>
                  </a:lnTo>
                  <a:lnTo>
                    <a:pt x="109054" y="25857"/>
                  </a:lnTo>
                  <a:lnTo>
                    <a:pt x="115328" y="35115"/>
                  </a:lnTo>
                  <a:lnTo>
                    <a:pt x="131546" y="60286"/>
                  </a:lnTo>
                  <a:lnTo>
                    <a:pt x="131546" y="32105"/>
                  </a:lnTo>
                  <a:lnTo>
                    <a:pt x="103847" y="3632"/>
                  </a:lnTo>
                  <a:lnTo>
                    <a:pt x="90728" y="0"/>
                  </a:lnTo>
                  <a:lnTo>
                    <a:pt x="76885" y="1536"/>
                  </a:lnTo>
                  <a:lnTo>
                    <a:pt x="64871" y="5727"/>
                  </a:lnTo>
                  <a:lnTo>
                    <a:pt x="61264" y="7531"/>
                  </a:lnTo>
                  <a:lnTo>
                    <a:pt x="58864" y="11722"/>
                  </a:lnTo>
                  <a:lnTo>
                    <a:pt x="60667" y="15328"/>
                  </a:lnTo>
                  <a:lnTo>
                    <a:pt x="63677" y="20713"/>
                  </a:lnTo>
                  <a:lnTo>
                    <a:pt x="50355" y="15544"/>
                  </a:lnTo>
                  <a:lnTo>
                    <a:pt x="11417" y="24320"/>
                  </a:lnTo>
                  <a:lnTo>
                    <a:pt x="0" y="37503"/>
                  </a:lnTo>
                  <a:lnTo>
                    <a:pt x="596" y="42303"/>
                  </a:lnTo>
                  <a:lnTo>
                    <a:pt x="3606" y="44704"/>
                  </a:lnTo>
                  <a:lnTo>
                    <a:pt x="111125" y="118452"/>
                  </a:lnTo>
                  <a:lnTo>
                    <a:pt x="279933" y="181406"/>
                  </a:lnTo>
                  <a:lnTo>
                    <a:pt x="347205" y="181406"/>
                  </a:lnTo>
                  <a:lnTo>
                    <a:pt x="347205" y="197599"/>
                  </a:lnTo>
                  <a:lnTo>
                    <a:pt x="350215" y="200596"/>
                  </a:lnTo>
                  <a:lnTo>
                    <a:pt x="397065" y="200596"/>
                  </a:lnTo>
                  <a:lnTo>
                    <a:pt x="397065" y="236575"/>
                  </a:lnTo>
                  <a:lnTo>
                    <a:pt x="400672" y="239572"/>
                  </a:lnTo>
                  <a:lnTo>
                    <a:pt x="510603" y="239572"/>
                  </a:lnTo>
                  <a:lnTo>
                    <a:pt x="513600" y="235978"/>
                  </a:lnTo>
                  <a:lnTo>
                    <a:pt x="513600" y="228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8055102" y="1543304"/>
            <a:ext cx="2218690" cy="11988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 indent="577215">
              <a:lnSpc>
                <a:spcPts val="4200"/>
              </a:lnSpc>
              <a:spcBef>
                <a:spcPts val="940"/>
              </a:spcBef>
            </a:pPr>
            <a:r>
              <a:rPr sz="4200" spc="345" dirty="0"/>
              <a:t>Our </a:t>
            </a:r>
            <a:r>
              <a:rPr sz="4200" spc="450" dirty="0"/>
              <a:t>Service</a:t>
            </a:r>
            <a:endParaRPr sz="4200"/>
          </a:p>
        </p:txBody>
      </p:sp>
      <p:sp>
        <p:nvSpPr>
          <p:cNvPr id="22" name="object 22"/>
          <p:cNvSpPr txBox="1"/>
          <p:nvPr/>
        </p:nvSpPr>
        <p:spPr>
          <a:xfrm>
            <a:off x="1767332" y="7274814"/>
            <a:ext cx="2756535" cy="888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ZA" sz="2850" spc="305" dirty="0">
                <a:latin typeface="Arial MT"/>
                <a:cs typeface="Arial MT"/>
              </a:rPr>
              <a:t>Residential Cleaning</a:t>
            </a:r>
            <a:endParaRPr sz="285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7637" y="7274814"/>
            <a:ext cx="4318763" cy="44884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817244" marR="5080" indent="-805180" algn="ctr">
              <a:lnSpc>
                <a:spcPts val="2800"/>
              </a:lnSpc>
              <a:spcBef>
                <a:spcPts val="700"/>
              </a:spcBef>
            </a:pPr>
            <a:r>
              <a:rPr lang="en-ZA" sz="2850" spc="210" dirty="0">
                <a:latin typeface="Arial MT"/>
                <a:cs typeface="Arial MT"/>
              </a:rPr>
              <a:t>Commercial Cleaning</a:t>
            </a:r>
            <a:endParaRPr sz="285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172444" y="7274814"/>
            <a:ext cx="4075177" cy="80791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2880" marR="5080" indent="-170815" algn="ctr">
              <a:lnSpc>
                <a:spcPts val="2800"/>
              </a:lnSpc>
              <a:spcBef>
                <a:spcPts val="700"/>
              </a:spcBef>
            </a:pPr>
            <a:r>
              <a:rPr lang="en-ZA" sz="2850" spc="305" dirty="0">
                <a:latin typeface="Arial MT"/>
                <a:cs typeface="Arial MT"/>
              </a:rPr>
              <a:t>Specialized Cleaning</a:t>
            </a:r>
            <a:endParaRPr sz="285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53681" y="7273272"/>
            <a:ext cx="4064126" cy="44884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 indent="490220" algn="ctr">
              <a:lnSpc>
                <a:spcPts val="2800"/>
              </a:lnSpc>
              <a:spcBef>
                <a:spcPts val="700"/>
              </a:spcBef>
            </a:pPr>
            <a:r>
              <a:rPr lang="en-ZA" sz="2850" spc="210" dirty="0">
                <a:latin typeface="Arial MT"/>
                <a:cs typeface="Arial MT"/>
              </a:rPr>
              <a:t>Deep Cleaning</a:t>
            </a:r>
            <a:endParaRPr sz="2850" dirty="0">
              <a:latin typeface="Arial MT"/>
              <a:cs typeface="Arial MT"/>
            </a:endParaRPr>
          </a:p>
        </p:txBody>
      </p:sp>
      <p:pic>
        <p:nvPicPr>
          <p:cNvPr id="49" name="object 4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83154" y="694690"/>
            <a:ext cx="1844040" cy="27889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9E65195-EAC2-27A1-1EAA-953EF563ECA3}"/>
              </a:ext>
            </a:extLst>
          </p:cNvPr>
          <p:cNvSpPr txBox="1"/>
          <p:nvPr/>
        </p:nvSpPr>
        <p:spPr>
          <a:xfrm>
            <a:off x="996377" y="8276423"/>
            <a:ext cx="39812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Keeping homes fresh, spotless, and welcoming with tailored cleaning solutions.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CA4266-099C-0B18-58ED-4E7C00C9C95B}"/>
              </a:ext>
            </a:extLst>
          </p:cNvPr>
          <p:cNvSpPr txBox="1"/>
          <p:nvPr/>
        </p:nvSpPr>
        <p:spPr>
          <a:xfrm>
            <a:off x="5060770" y="8323326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Maintaining professional, hygienic workspaces that leave a lasting impression.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8CBCF3-8201-9C5A-A9AD-C4EE6DDD8C62}"/>
              </a:ext>
            </a:extLst>
          </p:cNvPr>
          <p:cNvSpPr txBox="1"/>
          <p:nvPr/>
        </p:nvSpPr>
        <p:spPr>
          <a:xfrm>
            <a:off x="9164314" y="8335330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Thorough, top‑to‑bottom cleaning for a healthier and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revitalised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environment.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B8FE4B-544F-644A-0A64-6030977FD3E8}"/>
              </a:ext>
            </a:extLst>
          </p:cNvPr>
          <p:cNvSpPr txBox="1"/>
          <p:nvPr/>
        </p:nvSpPr>
        <p:spPr>
          <a:xfrm>
            <a:off x="13324879" y="8323325"/>
            <a:ext cx="434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Expert cleaning for unique needs, including carpets, upholstery, windows, and post‑construction sites.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44815" cy="10287000"/>
            <a:chOff x="0" y="0"/>
            <a:chExt cx="804481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794510" cy="10287000"/>
            </a:xfrm>
            <a:custGeom>
              <a:avLst/>
              <a:gdLst/>
              <a:ahLst/>
              <a:cxnLst/>
              <a:rect l="l" t="t" r="r" b="b"/>
              <a:pathLst>
                <a:path w="1794510" h="10287000">
                  <a:moveTo>
                    <a:pt x="1794083" y="10287000"/>
                  </a:moveTo>
                  <a:lnTo>
                    <a:pt x="1794083" y="0"/>
                  </a:lnTo>
                  <a:lnTo>
                    <a:pt x="0" y="0"/>
                  </a:lnTo>
                  <a:lnTo>
                    <a:pt x="0" y="10287000"/>
                  </a:lnTo>
                  <a:lnTo>
                    <a:pt x="1794083" y="1028700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891" y="2084323"/>
              <a:ext cx="7157465" cy="611822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8328025" y="2084323"/>
            <a:ext cx="514984" cy="6118225"/>
          </a:xfrm>
          <a:custGeom>
            <a:avLst/>
            <a:gdLst/>
            <a:ahLst/>
            <a:cxnLst/>
            <a:rect l="l" t="t" r="r" b="b"/>
            <a:pathLst>
              <a:path w="514984" h="6118225">
                <a:moveTo>
                  <a:pt x="514553" y="0"/>
                </a:moveTo>
                <a:lnTo>
                  <a:pt x="0" y="0"/>
                </a:lnTo>
                <a:lnTo>
                  <a:pt x="0" y="6118225"/>
                </a:lnTo>
                <a:lnTo>
                  <a:pt x="514553" y="6118225"/>
                </a:lnTo>
                <a:lnTo>
                  <a:pt x="514553" y="0"/>
                </a:lnTo>
                <a:close/>
              </a:path>
            </a:pathLst>
          </a:custGeom>
          <a:solidFill>
            <a:srgbClr val="176B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7659" rIns="0" bIns="0" rtlCol="0">
            <a:spAutoFit/>
          </a:bodyPr>
          <a:lstStyle/>
          <a:p>
            <a:pPr marL="11499850" marR="5080" indent="-285115">
              <a:lnSpc>
                <a:spcPts val="8009"/>
              </a:lnSpc>
              <a:spcBef>
                <a:spcPts val="1695"/>
              </a:spcBef>
            </a:pPr>
            <a:r>
              <a:rPr spc="840" dirty="0"/>
              <a:t>Business </a:t>
            </a:r>
            <a:r>
              <a:rPr spc="919" dirty="0"/>
              <a:t>Strategy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634085" y="4370959"/>
            <a:ext cx="36576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290" dirty="0">
                <a:latin typeface="Arial MT"/>
                <a:cs typeface="Arial MT"/>
              </a:rPr>
              <a:t>STRATEGY</a:t>
            </a:r>
            <a:r>
              <a:rPr sz="3700" spc="250" dirty="0">
                <a:latin typeface="Arial MT"/>
                <a:cs typeface="Arial MT"/>
              </a:rPr>
              <a:t> </a:t>
            </a:r>
            <a:r>
              <a:rPr sz="3700" spc="365" dirty="0">
                <a:latin typeface="Arial MT"/>
                <a:cs typeface="Arial MT"/>
              </a:rPr>
              <a:t>01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139926" y="3622166"/>
            <a:ext cx="3119755" cy="0"/>
          </a:xfrm>
          <a:custGeom>
            <a:avLst/>
            <a:gdLst/>
            <a:ahLst/>
            <a:cxnLst/>
            <a:rect l="l" t="t" r="r" b="b"/>
            <a:pathLst>
              <a:path w="3119755">
                <a:moveTo>
                  <a:pt x="0" y="0"/>
                </a:moveTo>
                <a:lnTo>
                  <a:pt x="311937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715234" y="5070475"/>
            <a:ext cx="1560195" cy="0"/>
          </a:xfrm>
          <a:custGeom>
            <a:avLst/>
            <a:gdLst/>
            <a:ahLst/>
            <a:cxnLst/>
            <a:rect l="l" t="t" r="r" b="b"/>
            <a:pathLst>
              <a:path w="1560194">
                <a:moveTo>
                  <a:pt x="0" y="0"/>
                </a:moveTo>
                <a:lnTo>
                  <a:pt x="155981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634085" y="6520129"/>
            <a:ext cx="365823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295" dirty="0">
                <a:latin typeface="Arial MT"/>
                <a:cs typeface="Arial MT"/>
              </a:rPr>
              <a:t>STRATEGY</a:t>
            </a:r>
            <a:r>
              <a:rPr sz="3700" spc="275" dirty="0">
                <a:latin typeface="Arial MT"/>
                <a:cs typeface="Arial MT"/>
              </a:rPr>
              <a:t> </a:t>
            </a:r>
            <a:r>
              <a:rPr sz="3700" spc="365" dirty="0">
                <a:latin typeface="Arial MT"/>
                <a:cs typeface="Arial MT"/>
              </a:rPr>
              <a:t>02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715234" y="7236841"/>
            <a:ext cx="1560195" cy="0"/>
          </a:xfrm>
          <a:custGeom>
            <a:avLst/>
            <a:gdLst/>
            <a:ahLst/>
            <a:cxnLst/>
            <a:rect l="l" t="t" r="r" b="b"/>
            <a:pathLst>
              <a:path w="1560194">
                <a:moveTo>
                  <a:pt x="0" y="0"/>
                </a:moveTo>
                <a:lnTo>
                  <a:pt x="155981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83154" y="694690"/>
            <a:ext cx="1844040" cy="27889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95245" y="9206179"/>
            <a:ext cx="2610865" cy="3398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ECB022-8C44-26F9-DA0D-A98D1E59AC49}"/>
              </a:ext>
            </a:extLst>
          </p:cNvPr>
          <p:cNvSpPr txBox="1"/>
          <p:nvPr/>
        </p:nvSpPr>
        <p:spPr>
          <a:xfrm>
            <a:off x="9320124" y="5196952"/>
            <a:ext cx="8627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Deliver consistently high‑quality residential and commercial cleaning through trained staff, modern techniques, and strict quality control.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EFE400-548A-C554-1BA3-93E049AFD45C}"/>
              </a:ext>
            </a:extLst>
          </p:cNvPr>
          <p:cNvSpPr txBox="1"/>
          <p:nvPr/>
        </p:nvSpPr>
        <p:spPr>
          <a:xfrm>
            <a:off x="9320124" y="7364274"/>
            <a:ext cx="8627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Grow our client base by targeting new residential areas and commercial sectors, supported by strong marketing and referral programs.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8028940" cy="10287000"/>
            <a:chOff x="0" y="-3"/>
            <a:chExt cx="8028940" cy="10287000"/>
          </a:xfrm>
        </p:grpSpPr>
        <p:sp>
          <p:nvSpPr>
            <p:cNvPr id="3" name="object 3"/>
            <p:cNvSpPr/>
            <p:nvPr/>
          </p:nvSpPr>
          <p:spPr>
            <a:xfrm>
              <a:off x="7085075" y="0"/>
              <a:ext cx="943610" cy="10287000"/>
            </a:xfrm>
            <a:custGeom>
              <a:avLst/>
              <a:gdLst/>
              <a:ahLst/>
              <a:cxnLst/>
              <a:rect l="l" t="t" r="r" b="b"/>
              <a:pathLst>
                <a:path w="943609" h="10287000">
                  <a:moveTo>
                    <a:pt x="943597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43597" y="10287000"/>
                  </a:lnTo>
                  <a:lnTo>
                    <a:pt x="943597" y="0"/>
                  </a:lnTo>
                  <a:close/>
                </a:path>
              </a:pathLst>
            </a:custGeom>
            <a:solidFill>
              <a:srgbClr val="00F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7085075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57720" y="3043682"/>
              <a:ext cx="798195" cy="798195"/>
            </a:xfrm>
            <a:custGeom>
              <a:avLst/>
              <a:gdLst/>
              <a:ahLst/>
              <a:cxnLst/>
              <a:rect l="l" t="t" r="r" b="b"/>
              <a:pathLst>
                <a:path w="798195" h="798195">
                  <a:moveTo>
                    <a:pt x="399160" y="0"/>
                  </a:moveTo>
                  <a:lnTo>
                    <a:pt x="352606" y="2685"/>
                  </a:lnTo>
                  <a:lnTo>
                    <a:pt x="307630" y="10540"/>
                  </a:lnTo>
                  <a:lnTo>
                    <a:pt x="264531" y="23268"/>
                  </a:lnTo>
                  <a:lnTo>
                    <a:pt x="223610" y="40567"/>
                  </a:lnTo>
                  <a:lnTo>
                    <a:pt x="185165" y="62139"/>
                  </a:lnTo>
                  <a:lnTo>
                    <a:pt x="149497" y="87684"/>
                  </a:lnTo>
                  <a:lnTo>
                    <a:pt x="116903" y="116903"/>
                  </a:lnTo>
                  <a:lnTo>
                    <a:pt x="87684" y="149497"/>
                  </a:lnTo>
                  <a:lnTo>
                    <a:pt x="62139" y="185166"/>
                  </a:lnTo>
                  <a:lnTo>
                    <a:pt x="40567" y="223610"/>
                  </a:lnTo>
                  <a:lnTo>
                    <a:pt x="23268" y="264531"/>
                  </a:lnTo>
                  <a:lnTo>
                    <a:pt x="10540" y="307630"/>
                  </a:lnTo>
                  <a:lnTo>
                    <a:pt x="2685" y="352606"/>
                  </a:lnTo>
                  <a:lnTo>
                    <a:pt x="0" y="399161"/>
                  </a:lnTo>
                  <a:lnTo>
                    <a:pt x="2685" y="445690"/>
                  </a:lnTo>
                  <a:lnTo>
                    <a:pt x="10540" y="490644"/>
                  </a:lnTo>
                  <a:lnTo>
                    <a:pt x="23268" y="533724"/>
                  </a:lnTo>
                  <a:lnTo>
                    <a:pt x="40567" y="574630"/>
                  </a:lnTo>
                  <a:lnTo>
                    <a:pt x="62139" y="613062"/>
                  </a:lnTo>
                  <a:lnTo>
                    <a:pt x="87684" y="648721"/>
                  </a:lnTo>
                  <a:lnTo>
                    <a:pt x="116903" y="681307"/>
                  </a:lnTo>
                  <a:lnTo>
                    <a:pt x="149497" y="710520"/>
                  </a:lnTo>
                  <a:lnTo>
                    <a:pt x="185166" y="736061"/>
                  </a:lnTo>
                  <a:lnTo>
                    <a:pt x="223610" y="757630"/>
                  </a:lnTo>
                  <a:lnTo>
                    <a:pt x="264531" y="774928"/>
                  </a:lnTo>
                  <a:lnTo>
                    <a:pt x="307630" y="787654"/>
                  </a:lnTo>
                  <a:lnTo>
                    <a:pt x="352606" y="795509"/>
                  </a:lnTo>
                  <a:lnTo>
                    <a:pt x="399160" y="798195"/>
                  </a:lnTo>
                  <a:lnTo>
                    <a:pt x="445690" y="795509"/>
                  </a:lnTo>
                  <a:lnTo>
                    <a:pt x="490644" y="787654"/>
                  </a:lnTo>
                  <a:lnTo>
                    <a:pt x="533724" y="774928"/>
                  </a:lnTo>
                  <a:lnTo>
                    <a:pt x="574630" y="757630"/>
                  </a:lnTo>
                  <a:lnTo>
                    <a:pt x="613062" y="736061"/>
                  </a:lnTo>
                  <a:lnTo>
                    <a:pt x="648721" y="710520"/>
                  </a:lnTo>
                  <a:lnTo>
                    <a:pt x="681307" y="681307"/>
                  </a:lnTo>
                  <a:lnTo>
                    <a:pt x="710520" y="648721"/>
                  </a:lnTo>
                  <a:lnTo>
                    <a:pt x="736061" y="613062"/>
                  </a:lnTo>
                  <a:lnTo>
                    <a:pt x="757630" y="574630"/>
                  </a:lnTo>
                  <a:lnTo>
                    <a:pt x="774928" y="533724"/>
                  </a:lnTo>
                  <a:lnTo>
                    <a:pt x="787654" y="490644"/>
                  </a:lnTo>
                  <a:lnTo>
                    <a:pt x="795509" y="445690"/>
                  </a:lnTo>
                  <a:lnTo>
                    <a:pt x="798195" y="399161"/>
                  </a:lnTo>
                  <a:lnTo>
                    <a:pt x="795509" y="352606"/>
                  </a:lnTo>
                  <a:lnTo>
                    <a:pt x="787654" y="307630"/>
                  </a:lnTo>
                  <a:lnTo>
                    <a:pt x="774928" y="264531"/>
                  </a:lnTo>
                  <a:lnTo>
                    <a:pt x="757630" y="223610"/>
                  </a:lnTo>
                  <a:lnTo>
                    <a:pt x="736061" y="185165"/>
                  </a:lnTo>
                  <a:lnTo>
                    <a:pt x="710520" y="149497"/>
                  </a:lnTo>
                  <a:lnTo>
                    <a:pt x="681307" y="116903"/>
                  </a:lnTo>
                  <a:lnTo>
                    <a:pt x="648721" y="87684"/>
                  </a:lnTo>
                  <a:lnTo>
                    <a:pt x="613062" y="62139"/>
                  </a:lnTo>
                  <a:lnTo>
                    <a:pt x="574630" y="40567"/>
                  </a:lnTo>
                  <a:lnTo>
                    <a:pt x="533724" y="23268"/>
                  </a:lnTo>
                  <a:lnTo>
                    <a:pt x="490644" y="10540"/>
                  </a:lnTo>
                  <a:lnTo>
                    <a:pt x="445690" y="2685"/>
                  </a:lnTo>
                  <a:lnTo>
                    <a:pt x="39916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72450" y="894664"/>
            <a:ext cx="69176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69" dirty="0"/>
              <a:t>The</a:t>
            </a:r>
            <a:r>
              <a:rPr spc="445" dirty="0"/>
              <a:t> </a:t>
            </a:r>
            <a:r>
              <a:rPr spc="855" dirty="0"/>
              <a:t>Process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72450" y="3123691"/>
            <a:ext cx="741070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ZA" sz="3400" spc="365" dirty="0">
                <a:latin typeface="Arial MT"/>
                <a:cs typeface="Arial MT"/>
              </a:rPr>
              <a:t>Consultation &amp; Assessment</a:t>
            </a:r>
            <a:endParaRPr sz="34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72450" y="5494731"/>
            <a:ext cx="62598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ZA" sz="3400" spc="405" dirty="0">
                <a:latin typeface="Arial MT"/>
                <a:cs typeface="Arial MT"/>
              </a:rPr>
              <a:t>Professional Cleaning</a:t>
            </a:r>
            <a:endParaRPr sz="34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2450" y="7719135"/>
            <a:ext cx="4486910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ZA" sz="3400" spc="365" dirty="0">
                <a:latin typeface="Arial MT"/>
                <a:cs typeface="Arial MT"/>
              </a:rPr>
              <a:t>Final Inspection &amp; Feedback</a:t>
            </a:r>
            <a:endParaRPr sz="34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27468" y="3178556"/>
            <a:ext cx="25844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254" dirty="0">
                <a:solidFill>
                  <a:srgbClr val="FDFDFD"/>
                </a:solidFill>
                <a:latin typeface="Arial MT"/>
                <a:cs typeface="Arial MT"/>
              </a:rPr>
              <a:t>1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57719" y="5414898"/>
            <a:ext cx="798195" cy="798830"/>
          </a:xfrm>
          <a:custGeom>
            <a:avLst/>
            <a:gdLst/>
            <a:ahLst/>
            <a:cxnLst/>
            <a:rect l="l" t="t" r="r" b="b"/>
            <a:pathLst>
              <a:path w="798195" h="798829">
                <a:moveTo>
                  <a:pt x="399160" y="0"/>
                </a:moveTo>
                <a:lnTo>
                  <a:pt x="352606" y="2685"/>
                </a:lnTo>
                <a:lnTo>
                  <a:pt x="307630" y="10541"/>
                </a:lnTo>
                <a:lnTo>
                  <a:pt x="264531" y="23268"/>
                </a:lnTo>
                <a:lnTo>
                  <a:pt x="223610" y="40567"/>
                </a:lnTo>
                <a:lnTo>
                  <a:pt x="185165" y="62139"/>
                </a:lnTo>
                <a:lnTo>
                  <a:pt x="149497" y="87684"/>
                </a:lnTo>
                <a:lnTo>
                  <a:pt x="116903" y="116903"/>
                </a:lnTo>
                <a:lnTo>
                  <a:pt x="87684" y="149497"/>
                </a:lnTo>
                <a:lnTo>
                  <a:pt x="62139" y="185166"/>
                </a:lnTo>
                <a:lnTo>
                  <a:pt x="40567" y="223610"/>
                </a:lnTo>
                <a:lnTo>
                  <a:pt x="23268" y="264531"/>
                </a:lnTo>
                <a:lnTo>
                  <a:pt x="10540" y="307630"/>
                </a:lnTo>
                <a:lnTo>
                  <a:pt x="2685" y="352606"/>
                </a:lnTo>
                <a:lnTo>
                  <a:pt x="0" y="399161"/>
                </a:lnTo>
                <a:lnTo>
                  <a:pt x="2685" y="445692"/>
                </a:lnTo>
                <a:lnTo>
                  <a:pt x="10540" y="490651"/>
                </a:lnTo>
                <a:lnTo>
                  <a:pt x="23268" y="533739"/>
                </a:lnTo>
                <a:lnTo>
                  <a:pt x="40567" y="574655"/>
                </a:lnTo>
                <a:lnTo>
                  <a:pt x="62139" y="613099"/>
                </a:lnTo>
                <a:lnTo>
                  <a:pt x="87684" y="648771"/>
                </a:lnTo>
                <a:lnTo>
                  <a:pt x="116903" y="681370"/>
                </a:lnTo>
                <a:lnTo>
                  <a:pt x="149497" y="710597"/>
                </a:lnTo>
                <a:lnTo>
                  <a:pt x="185166" y="736151"/>
                </a:lnTo>
                <a:lnTo>
                  <a:pt x="223610" y="757732"/>
                </a:lnTo>
                <a:lnTo>
                  <a:pt x="264531" y="775040"/>
                </a:lnTo>
                <a:lnTo>
                  <a:pt x="307630" y="787774"/>
                </a:lnTo>
                <a:lnTo>
                  <a:pt x="352606" y="795635"/>
                </a:lnTo>
                <a:lnTo>
                  <a:pt x="399160" y="798322"/>
                </a:lnTo>
                <a:lnTo>
                  <a:pt x="445690" y="795635"/>
                </a:lnTo>
                <a:lnTo>
                  <a:pt x="490644" y="787774"/>
                </a:lnTo>
                <a:lnTo>
                  <a:pt x="533724" y="775040"/>
                </a:lnTo>
                <a:lnTo>
                  <a:pt x="574630" y="757732"/>
                </a:lnTo>
                <a:lnTo>
                  <a:pt x="613062" y="736151"/>
                </a:lnTo>
                <a:lnTo>
                  <a:pt x="648721" y="710597"/>
                </a:lnTo>
                <a:lnTo>
                  <a:pt x="681307" y="681370"/>
                </a:lnTo>
                <a:lnTo>
                  <a:pt x="710520" y="648771"/>
                </a:lnTo>
                <a:lnTo>
                  <a:pt x="736061" y="613099"/>
                </a:lnTo>
                <a:lnTo>
                  <a:pt x="757630" y="574655"/>
                </a:lnTo>
                <a:lnTo>
                  <a:pt x="774928" y="533739"/>
                </a:lnTo>
                <a:lnTo>
                  <a:pt x="787654" y="490651"/>
                </a:lnTo>
                <a:lnTo>
                  <a:pt x="795509" y="445692"/>
                </a:lnTo>
                <a:lnTo>
                  <a:pt x="798195" y="399161"/>
                </a:lnTo>
                <a:lnTo>
                  <a:pt x="795509" y="352606"/>
                </a:lnTo>
                <a:lnTo>
                  <a:pt x="787654" y="307630"/>
                </a:lnTo>
                <a:lnTo>
                  <a:pt x="774928" y="264531"/>
                </a:lnTo>
                <a:lnTo>
                  <a:pt x="757630" y="223610"/>
                </a:lnTo>
                <a:lnTo>
                  <a:pt x="736061" y="185166"/>
                </a:lnTo>
                <a:lnTo>
                  <a:pt x="710520" y="149497"/>
                </a:lnTo>
                <a:lnTo>
                  <a:pt x="681307" y="116903"/>
                </a:lnTo>
                <a:lnTo>
                  <a:pt x="648721" y="87684"/>
                </a:lnTo>
                <a:lnTo>
                  <a:pt x="613062" y="62139"/>
                </a:lnTo>
                <a:lnTo>
                  <a:pt x="574630" y="40567"/>
                </a:lnTo>
                <a:lnTo>
                  <a:pt x="533724" y="23268"/>
                </a:lnTo>
                <a:lnTo>
                  <a:pt x="490644" y="10541"/>
                </a:lnTo>
                <a:lnTo>
                  <a:pt x="445690" y="2685"/>
                </a:lnTo>
                <a:lnTo>
                  <a:pt x="399160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27468" y="5550153"/>
            <a:ext cx="25844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254" dirty="0">
                <a:solidFill>
                  <a:srgbClr val="FDFDFD"/>
                </a:solidFill>
                <a:latin typeface="Arial MT"/>
                <a:cs typeface="Arial MT"/>
              </a:rPr>
              <a:t>2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57719" y="7639050"/>
            <a:ext cx="798195" cy="798195"/>
          </a:xfrm>
          <a:custGeom>
            <a:avLst/>
            <a:gdLst/>
            <a:ahLst/>
            <a:cxnLst/>
            <a:rect l="l" t="t" r="r" b="b"/>
            <a:pathLst>
              <a:path w="798195" h="798195">
                <a:moveTo>
                  <a:pt x="399160" y="0"/>
                </a:moveTo>
                <a:lnTo>
                  <a:pt x="352606" y="2685"/>
                </a:lnTo>
                <a:lnTo>
                  <a:pt x="307630" y="10540"/>
                </a:lnTo>
                <a:lnTo>
                  <a:pt x="264531" y="23268"/>
                </a:lnTo>
                <a:lnTo>
                  <a:pt x="223610" y="40567"/>
                </a:lnTo>
                <a:lnTo>
                  <a:pt x="185165" y="62139"/>
                </a:lnTo>
                <a:lnTo>
                  <a:pt x="149497" y="87684"/>
                </a:lnTo>
                <a:lnTo>
                  <a:pt x="116903" y="116903"/>
                </a:lnTo>
                <a:lnTo>
                  <a:pt x="87684" y="149497"/>
                </a:lnTo>
                <a:lnTo>
                  <a:pt x="62139" y="185165"/>
                </a:lnTo>
                <a:lnTo>
                  <a:pt x="40567" y="223610"/>
                </a:lnTo>
                <a:lnTo>
                  <a:pt x="23268" y="264531"/>
                </a:lnTo>
                <a:lnTo>
                  <a:pt x="10540" y="307630"/>
                </a:lnTo>
                <a:lnTo>
                  <a:pt x="2685" y="352606"/>
                </a:lnTo>
                <a:lnTo>
                  <a:pt x="0" y="399161"/>
                </a:lnTo>
                <a:lnTo>
                  <a:pt x="2685" y="445690"/>
                </a:lnTo>
                <a:lnTo>
                  <a:pt x="10540" y="490644"/>
                </a:lnTo>
                <a:lnTo>
                  <a:pt x="23268" y="533724"/>
                </a:lnTo>
                <a:lnTo>
                  <a:pt x="40567" y="574630"/>
                </a:lnTo>
                <a:lnTo>
                  <a:pt x="62139" y="613062"/>
                </a:lnTo>
                <a:lnTo>
                  <a:pt x="87684" y="648721"/>
                </a:lnTo>
                <a:lnTo>
                  <a:pt x="116903" y="681307"/>
                </a:lnTo>
                <a:lnTo>
                  <a:pt x="149497" y="710520"/>
                </a:lnTo>
                <a:lnTo>
                  <a:pt x="185166" y="736061"/>
                </a:lnTo>
                <a:lnTo>
                  <a:pt x="223610" y="757630"/>
                </a:lnTo>
                <a:lnTo>
                  <a:pt x="264531" y="774928"/>
                </a:lnTo>
                <a:lnTo>
                  <a:pt x="307630" y="787654"/>
                </a:lnTo>
                <a:lnTo>
                  <a:pt x="352606" y="795509"/>
                </a:lnTo>
                <a:lnTo>
                  <a:pt x="399160" y="798194"/>
                </a:lnTo>
                <a:lnTo>
                  <a:pt x="445690" y="795509"/>
                </a:lnTo>
                <a:lnTo>
                  <a:pt x="490644" y="787654"/>
                </a:lnTo>
                <a:lnTo>
                  <a:pt x="533724" y="774928"/>
                </a:lnTo>
                <a:lnTo>
                  <a:pt x="574630" y="757630"/>
                </a:lnTo>
                <a:lnTo>
                  <a:pt x="613062" y="736061"/>
                </a:lnTo>
                <a:lnTo>
                  <a:pt x="648721" y="710520"/>
                </a:lnTo>
                <a:lnTo>
                  <a:pt x="681307" y="681307"/>
                </a:lnTo>
                <a:lnTo>
                  <a:pt x="710520" y="648721"/>
                </a:lnTo>
                <a:lnTo>
                  <a:pt x="736061" y="613062"/>
                </a:lnTo>
                <a:lnTo>
                  <a:pt x="757630" y="574630"/>
                </a:lnTo>
                <a:lnTo>
                  <a:pt x="774928" y="533724"/>
                </a:lnTo>
                <a:lnTo>
                  <a:pt x="787654" y="490644"/>
                </a:lnTo>
                <a:lnTo>
                  <a:pt x="795509" y="445690"/>
                </a:lnTo>
                <a:lnTo>
                  <a:pt x="798195" y="399161"/>
                </a:lnTo>
                <a:lnTo>
                  <a:pt x="795509" y="352606"/>
                </a:lnTo>
                <a:lnTo>
                  <a:pt x="787654" y="307630"/>
                </a:lnTo>
                <a:lnTo>
                  <a:pt x="774928" y="264531"/>
                </a:lnTo>
                <a:lnTo>
                  <a:pt x="757630" y="223610"/>
                </a:lnTo>
                <a:lnTo>
                  <a:pt x="736061" y="185165"/>
                </a:lnTo>
                <a:lnTo>
                  <a:pt x="710520" y="149497"/>
                </a:lnTo>
                <a:lnTo>
                  <a:pt x="681307" y="116903"/>
                </a:lnTo>
                <a:lnTo>
                  <a:pt x="648721" y="87684"/>
                </a:lnTo>
                <a:lnTo>
                  <a:pt x="613062" y="62139"/>
                </a:lnTo>
                <a:lnTo>
                  <a:pt x="574630" y="40567"/>
                </a:lnTo>
                <a:lnTo>
                  <a:pt x="533724" y="23268"/>
                </a:lnTo>
                <a:lnTo>
                  <a:pt x="490644" y="10540"/>
                </a:lnTo>
                <a:lnTo>
                  <a:pt x="445690" y="2685"/>
                </a:lnTo>
                <a:lnTo>
                  <a:pt x="399160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427468" y="7774685"/>
            <a:ext cx="25844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254" dirty="0">
                <a:solidFill>
                  <a:srgbClr val="FDFDFD"/>
                </a:solidFill>
                <a:latin typeface="Arial MT"/>
                <a:cs typeface="Arial MT"/>
              </a:rPr>
              <a:t>3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67192" y="2380360"/>
            <a:ext cx="3119755" cy="0"/>
          </a:xfrm>
          <a:custGeom>
            <a:avLst/>
            <a:gdLst/>
            <a:ahLst/>
            <a:cxnLst/>
            <a:rect l="l" t="t" r="r" b="b"/>
            <a:pathLst>
              <a:path w="3119754">
                <a:moveTo>
                  <a:pt x="0" y="0"/>
                </a:moveTo>
                <a:lnTo>
                  <a:pt x="311937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83154" y="694690"/>
            <a:ext cx="1844040" cy="27889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95245" y="9206179"/>
            <a:ext cx="2610865" cy="3398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CC28BB-61B8-0DB7-B116-17E0BEA46333}"/>
              </a:ext>
            </a:extLst>
          </p:cNvPr>
          <p:cNvSpPr txBox="1"/>
          <p:nvPr/>
        </p:nvSpPr>
        <p:spPr>
          <a:xfrm>
            <a:off x="7994468" y="3980826"/>
            <a:ext cx="941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We discuss your needs, inspect the space, and create a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customised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cleaning plan.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A5338B-9548-861D-DBA3-438589E232F8}"/>
              </a:ext>
            </a:extLst>
          </p:cNvPr>
          <p:cNvSpPr txBox="1"/>
          <p:nvPr/>
        </p:nvSpPr>
        <p:spPr>
          <a:xfrm>
            <a:off x="8032314" y="6282959"/>
            <a:ext cx="941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Our trained team delivers thorough, high‑quality cleaning using safe and effective products.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7F0179-EC1C-D1C2-2EB1-0DF21C2ACD83}"/>
              </a:ext>
            </a:extLst>
          </p:cNvPr>
          <p:cNvSpPr txBox="1"/>
          <p:nvPr/>
        </p:nvSpPr>
        <p:spPr>
          <a:xfrm>
            <a:off x="8015552" y="8731363"/>
            <a:ext cx="941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We review the results with you to ensure complete satisfaction and make any final touches.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122680"/>
            <a:ext cx="4714240" cy="226187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 marR="5080">
              <a:lnSpc>
                <a:spcPts val="8000"/>
              </a:lnSpc>
              <a:spcBef>
                <a:spcPts val="1700"/>
              </a:spcBef>
            </a:pPr>
            <a:r>
              <a:rPr sz="8000" spc="1005" dirty="0">
                <a:latin typeface="Arial MT"/>
                <a:cs typeface="Arial MT"/>
              </a:rPr>
              <a:t>Market </a:t>
            </a:r>
            <a:r>
              <a:rPr sz="8000" spc="844" dirty="0">
                <a:latin typeface="Arial MT"/>
                <a:cs typeface="Arial MT"/>
              </a:rPr>
              <a:t>Analysis</a:t>
            </a:r>
            <a:endParaRPr sz="8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694690"/>
            <a:ext cx="1844420" cy="2788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9236354"/>
            <a:ext cx="2611247" cy="33985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28700" y="3618103"/>
            <a:ext cx="3119755" cy="0"/>
          </a:xfrm>
          <a:custGeom>
            <a:avLst/>
            <a:gdLst/>
            <a:ahLst/>
            <a:cxnLst/>
            <a:rect l="l" t="t" r="r" b="b"/>
            <a:pathLst>
              <a:path w="3119754">
                <a:moveTo>
                  <a:pt x="0" y="0"/>
                </a:moveTo>
                <a:lnTo>
                  <a:pt x="311937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038733" y="4137152"/>
            <a:ext cx="798195" cy="798195"/>
            <a:chOff x="1038733" y="4137152"/>
            <a:chExt cx="798195" cy="798195"/>
          </a:xfrm>
        </p:grpSpPr>
        <p:sp>
          <p:nvSpPr>
            <p:cNvPr id="13" name="object 13"/>
            <p:cNvSpPr/>
            <p:nvPr/>
          </p:nvSpPr>
          <p:spPr>
            <a:xfrm>
              <a:off x="1038733" y="4137152"/>
              <a:ext cx="798195" cy="798195"/>
            </a:xfrm>
            <a:custGeom>
              <a:avLst/>
              <a:gdLst/>
              <a:ahLst/>
              <a:cxnLst/>
              <a:rect l="l" t="t" r="r" b="b"/>
              <a:pathLst>
                <a:path w="798194" h="798195">
                  <a:moveTo>
                    <a:pt x="399160" y="0"/>
                  </a:moveTo>
                  <a:lnTo>
                    <a:pt x="352606" y="2685"/>
                  </a:lnTo>
                  <a:lnTo>
                    <a:pt x="307630" y="10541"/>
                  </a:lnTo>
                  <a:lnTo>
                    <a:pt x="264531" y="23268"/>
                  </a:lnTo>
                  <a:lnTo>
                    <a:pt x="223610" y="40567"/>
                  </a:lnTo>
                  <a:lnTo>
                    <a:pt x="185165" y="62139"/>
                  </a:lnTo>
                  <a:lnTo>
                    <a:pt x="149497" y="87684"/>
                  </a:lnTo>
                  <a:lnTo>
                    <a:pt x="116903" y="116903"/>
                  </a:lnTo>
                  <a:lnTo>
                    <a:pt x="87684" y="149497"/>
                  </a:lnTo>
                  <a:lnTo>
                    <a:pt x="62139" y="185166"/>
                  </a:lnTo>
                  <a:lnTo>
                    <a:pt x="40567" y="223610"/>
                  </a:lnTo>
                  <a:lnTo>
                    <a:pt x="23268" y="264531"/>
                  </a:lnTo>
                  <a:lnTo>
                    <a:pt x="10541" y="307630"/>
                  </a:lnTo>
                  <a:lnTo>
                    <a:pt x="2685" y="352606"/>
                  </a:lnTo>
                  <a:lnTo>
                    <a:pt x="0" y="399161"/>
                  </a:lnTo>
                  <a:lnTo>
                    <a:pt x="2685" y="445690"/>
                  </a:lnTo>
                  <a:lnTo>
                    <a:pt x="10540" y="490644"/>
                  </a:lnTo>
                  <a:lnTo>
                    <a:pt x="23268" y="533724"/>
                  </a:lnTo>
                  <a:lnTo>
                    <a:pt x="40567" y="574630"/>
                  </a:lnTo>
                  <a:lnTo>
                    <a:pt x="62139" y="613062"/>
                  </a:lnTo>
                  <a:lnTo>
                    <a:pt x="87684" y="648721"/>
                  </a:lnTo>
                  <a:lnTo>
                    <a:pt x="116903" y="681307"/>
                  </a:lnTo>
                  <a:lnTo>
                    <a:pt x="149497" y="710520"/>
                  </a:lnTo>
                  <a:lnTo>
                    <a:pt x="185165" y="736061"/>
                  </a:lnTo>
                  <a:lnTo>
                    <a:pt x="223610" y="757630"/>
                  </a:lnTo>
                  <a:lnTo>
                    <a:pt x="264531" y="774928"/>
                  </a:lnTo>
                  <a:lnTo>
                    <a:pt x="307630" y="787654"/>
                  </a:lnTo>
                  <a:lnTo>
                    <a:pt x="352606" y="795509"/>
                  </a:lnTo>
                  <a:lnTo>
                    <a:pt x="399160" y="798195"/>
                  </a:lnTo>
                  <a:lnTo>
                    <a:pt x="445690" y="795509"/>
                  </a:lnTo>
                  <a:lnTo>
                    <a:pt x="490644" y="787654"/>
                  </a:lnTo>
                  <a:lnTo>
                    <a:pt x="533724" y="774928"/>
                  </a:lnTo>
                  <a:lnTo>
                    <a:pt x="574630" y="757630"/>
                  </a:lnTo>
                  <a:lnTo>
                    <a:pt x="613062" y="736061"/>
                  </a:lnTo>
                  <a:lnTo>
                    <a:pt x="648721" y="710520"/>
                  </a:lnTo>
                  <a:lnTo>
                    <a:pt x="681307" y="681307"/>
                  </a:lnTo>
                  <a:lnTo>
                    <a:pt x="710520" y="648721"/>
                  </a:lnTo>
                  <a:lnTo>
                    <a:pt x="736061" y="613062"/>
                  </a:lnTo>
                  <a:lnTo>
                    <a:pt x="757630" y="574630"/>
                  </a:lnTo>
                  <a:lnTo>
                    <a:pt x="774928" y="533724"/>
                  </a:lnTo>
                  <a:lnTo>
                    <a:pt x="787654" y="490644"/>
                  </a:lnTo>
                  <a:lnTo>
                    <a:pt x="795509" y="445690"/>
                  </a:lnTo>
                  <a:lnTo>
                    <a:pt x="798194" y="399161"/>
                  </a:lnTo>
                  <a:lnTo>
                    <a:pt x="795509" y="352606"/>
                  </a:lnTo>
                  <a:lnTo>
                    <a:pt x="787654" y="307630"/>
                  </a:lnTo>
                  <a:lnTo>
                    <a:pt x="774928" y="264531"/>
                  </a:lnTo>
                  <a:lnTo>
                    <a:pt x="757630" y="223610"/>
                  </a:lnTo>
                  <a:lnTo>
                    <a:pt x="736061" y="185166"/>
                  </a:lnTo>
                  <a:lnTo>
                    <a:pt x="710520" y="149497"/>
                  </a:lnTo>
                  <a:lnTo>
                    <a:pt x="681307" y="116903"/>
                  </a:lnTo>
                  <a:lnTo>
                    <a:pt x="648721" y="87684"/>
                  </a:lnTo>
                  <a:lnTo>
                    <a:pt x="613062" y="62139"/>
                  </a:lnTo>
                  <a:lnTo>
                    <a:pt x="574630" y="40567"/>
                  </a:lnTo>
                  <a:lnTo>
                    <a:pt x="533724" y="23268"/>
                  </a:lnTo>
                  <a:lnTo>
                    <a:pt x="490644" y="10541"/>
                  </a:lnTo>
                  <a:lnTo>
                    <a:pt x="445690" y="2685"/>
                  </a:lnTo>
                  <a:lnTo>
                    <a:pt x="399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561" y="4215565"/>
              <a:ext cx="227751" cy="3614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14933" y="4556899"/>
              <a:ext cx="649605" cy="302895"/>
            </a:xfrm>
            <a:custGeom>
              <a:avLst/>
              <a:gdLst/>
              <a:ahLst/>
              <a:cxnLst/>
              <a:rect l="l" t="t" r="r" b="b"/>
              <a:pathLst>
                <a:path w="649605" h="302895">
                  <a:moveTo>
                    <a:pt x="574687" y="235331"/>
                  </a:moveTo>
                  <a:lnTo>
                    <a:pt x="570128" y="230784"/>
                  </a:lnTo>
                  <a:lnTo>
                    <a:pt x="564819" y="230784"/>
                  </a:lnTo>
                  <a:lnTo>
                    <a:pt x="559498" y="231546"/>
                  </a:lnTo>
                  <a:lnTo>
                    <a:pt x="554951" y="235331"/>
                  </a:lnTo>
                  <a:lnTo>
                    <a:pt x="554951" y="240639"/>
                  </a:lnTo>
                  <a:lnTo>
                    <a:pt x="554951" y="245935"/>
                  </a:lnTo>
                  <a:lnTo>
                    <a:pt x="559498" y="250482"/>
                  </a:lnTo>
                  <a:lnTo>
                    <a:pt x="570128" y="250482"/>
                  </a:lnTo>
                  <a:lnTo>
                    <a:pt x="574687" y="245935"/>
                  </a:lnTo>
                  <a:lnTo>
                    <a:pt x="574687" y="235331"/>
                  </a:lnTo>
                  <a:close/>
                </a:path>
                <a:path w="649605" h="302895">
                  <a:moveTo>
                    <a:pt x="649084" y="289128"/>
                  </a:moveTo>
                  <a:lnTo>
                    <a:pt x="646049" y="284581"/>
                  </a:lnTo>
                  <a:lnTo>
                    <a:pt x="521538" y="284581"/>
                  </a:lnTo>
                  <a:lnTo>
                    <a:pt x="521538" y="210324"/>
                  </a:lnTo>
                  <a:lnTo>
                    <a:pt x="521538" y="93637"/>
                  </a:lnTo>
                  <a:lnTo>
                    <a:pt x="521538" y="75450"/>
                  </a:lnTo>
                  <a:lnTo>
                    <a:pt x="627062" y="75450"/>
                  </a:lnTo>
                  <a:lnTo>
                    <a:pt x="630859" y="70904"/>
                  </a:lnTo>
                  <a:lnTo>
                    <a:pt x="630859" y="61810"/>
                  </a:lnTo>
                  <a:lnTo>
                    <a:pt x="626313" y="57264"/>
                  </a:lnTo>
                  <a:lnTo>
                    <a:pt x="521538" y="57264"/>
                  </a:lnTo>
                  <a:lnTo>
                    <a:pt x="521538" y="21640"/>
                  </a:lnTo>
                  <a:lnTo>
                    <a:pt x="516991" y="17856"/>
                  </a:lnTo>
                  <a:lnTo>
                    <a:pt x="507873" y="17856"/>
                  </a:lnTo>
                  <a:lnTo>
                    <a:pt x="503326" y="22402"/>
                  </a:lnTo>
                  <a:lnTo>
                    <a:pt x="503326" y="57264"/>
                  </a:lnTo>
                  <a:lnTo>
                    <a:pt x="443344" y="57264"/>
                  </a:lnTo>
                  <a:lnTo>
                    <a:pt x="439547" y="61048"/>
                  </a:lnTo>
                  <a:lnTo>
                    <a:pt x="439547" y="93637"/>
                  </a:lnTo>
                  <a:lnTo>
                    <a:pt x="439547" y="210324"/>
                  </a:lnTo>
                  <a:lnTo>
                    <a:pt x="359079" y="210324"/>
                  </a:lnTo>
                  <a:lnTo>
                    <a:pt x="149542" y="133032"/>
                  </a:lnTo>
                  <a:lnTo>
                    <a:pt x="24282" y="46647"/>
                  </a:lnTo>
                  <a:lnTo>
                    <a:pt x="27330" y="43624"/>
                  </a:lnTo>
                  <a:lnTo>
                    <a:pt x="38468" y="37045"/>
                  </a:lnTo>
                  <a:lnTo>
                    <a:pt x="51523" y="35941"/>
                  </a:lnTo>
                  <a:lnTo>
                    <a:pt x="65011" y="39255"/>
                  </a:lnTo>
                  <a:lnTo>
                    <a:pt x="77431" y="45897"/>
                  </a:lnTo>
                  <a:lnTo>
                    <a:pt x="158661" y="92875"/>
                  </a:lnTo>
                  <a:lnTo>
                    <a:pt x="190538" y="111823"/>
                  </a:lnTo>
                  <a:lnTo>
                    <a:pt x="193586" y="113334"/>
                  </a:lnTo>
                  <a:lnTo>
                    <a:pt x="336308" y="113334"/>
                  </a:lnTo>
                  <a:lnTo>
                    <a:pt x="340106" y="108788"/>
                  </a:lnTo>
                  <a:lnTo>
                    <a:pt x="340106" y="98933"/>
                  </a:lnTo>
                  <a:lnTo>
                    <a:pt x="335546" y="95148"/>
                  </a:lnTo>
                  <a:lnTo>
                    <a:pt x="244449" y="95148"/>
                  </a:lnTo>
                  <a:lnTo>
                    <a:pt x="242557" y="94386"/>
                  </a:lnTo>
                  <a:lnTo>
                    <a:pt x="234416" y="91122"/>
                  </a:lnTo>
                  <a:lnTo>
                    <a:pt x="226314" y="83400"/>
                  </a:lnTo>
                  <a:lnTo>
                    <a:pt x="220637" y="73406"/>
                  </a:lnTo>
                  <a:lnTo>
                    <a:pt x="217868" y="62560"/>
                  </a:lnTo>
                  <a:lnTo>
                    <a:pt x="356044" y="62560"/>
                  </a:lnTo>
                  <a:lnTo>
                    <a:pt x="411467" y="111061"/>
                  </a:lnTo>
                  <a:lnTo>
                    <a:pt x="412978" y="112572"/>
                  </a:lnTo>
                  <a:lnTo>
                    <a:pt x="415264" y="113334"/>
                  </a:lnTo>
                  <a:lnTo>
                    <a:pt x="438797" y="113334"/>
                  </a:lnTo>
                  <a:lnTo>
                    <a:pt x="439547" y="210324"/>
                  </a:lnTo>
                  <a:lnTo>
                    <a:pt x="439547" y="93637"/>
                  </a:lnTo>
                  <a:lnTo>
                    <a:pt x="422097" y="93637"/>
                  </a:lnTo>
                  <a:lnTo>
                    <a:pt x="386588" y="62560"/>
                  </a:lnTo>
                  <a:lnTo>
                    <a:pt x="366674" y="45135"/>
                  </a:lnTo>
                  <a:lnTo>
                    <a:pt x="365150" y="43624"/>
                  </a:lnTo>
                  <a:lnTo>
                    <a:pt x="362877" y="42862"/>
                  </a:lnTo>
                  <a:lnTo>
                    <a:pt x="204965" y="42862"/>
                  </a:lnTo>
                  <a:lnTo>
                    <a:pt x="200418" y="46647"/>
                  </a:lnTo>
                  <a:lnTo>
                    <a:pt x="200418" y="51955"/>
                  </a:lnTo>
                  <a:lnTo>
                    <a:pt x="199758" y="56502"/>
                  </a:lnTo>
                  <a:lnTo>
                    <a:pt x="211797" y="94386"/>
                  </a:lnTo>
                  <a:lnTo>
                    <a:pt x="201168" y="94386"/>
                  </a:lnTo>
                  <a:lnTo>
                    <a:pt x="189382" y="76200"/>
                  </a:lnTo>
                  <a:lnTo>
                    <a:pt x="166255" y="40576"/>
                  </a:lnTo>
                  <a:lnTo>
                    <a:pt x="166255" y="76200"/>
                  </a:lnTo>
                  <a:lnTo>
                    <a:pt x="111594" y="44373"/>
                  </a:lnTo>
                  <a:lnTo>
                    <a:pt x="106680" y="35941"/>
                  </a:lnTo>
                  <a:lnTo>
                    <a:pt x="101015" y="26187"/>
                  </a:lnTo>
                  <a:lnTo>
                    <a:pt x="98031" y="21069"/>
                  </a:lnTo>
                  <a:lnTo>
                    <a:pt x="97929" y="20891"/>
                  </a:lnTo>
                  <a:lnTo>
                    <a:pt x="102476" y="19367"/>
                  </a:lnTo>
                  <a:lnTo>
                    <a:pt x="115112" y="18694"/>
                  </a:lnTo>
                  <a:lnTo>
                    <a:pt x="127254" y="23634"/>
                  </a:lnTo>
                  <a:lnTo>
                    <a:pt x="137820" y="32689"/>
                  </a:lnTo>
                  <a:lnTo>
                    <a:pt x="145757" y="44373"/>
                  </a:lnTo>
                  <a:lnTo>
                    <a:pt x="166255" y="76200"/>
                  </a:lnTo>
                  <a:lnTo>
                    <a:pt x="166255" y="40576"/>
                  </a:lnTo>
                  <a:lnTo>
                    <a:pt x="131229" y="4597"/>
                  </a:lnTo>
                  <a:lnTo>
                    <a:pt x="114668" y="0"/>
                  </a:lnTo>
                  <a:lnTo>
                    <a:pt x="97167" y="1943"/>
                  </a:lnTo>
                  <a:lnTo>
                    <a:pt x="81978" y="7251"/>
                  </a:lnTo>
                  <a:lnTo>
                    <a:pt x="77431" y="9525"/>
                  </a:lnTo>
                  <a:lnTo>
                    <a:pt x="74396" y="14820"/>
                  </a:lnTo>
                  <a:lnTo>
                    <a:pt x="76669" y="19367"/>
                  </a:lnTo>
                  <a:lnTo>
                    <a:pt x="80467" y="26187"/>
                  </a:lnTo>
                  <a:lnTo>
                    <a:pt x="63627" y="19659"/>
                  </a:lnTo>
                  <a:lnTo>
                    <a:pt x="14414" y="30734"/>
                  </a:lnTo>
                  <a:lnTo>
                    <a:pt x="0" y="47409"/>
                  </a:lnTo>
                  <a:lnTo>
                    <a:pt x="749" y="53467"/>
                  </a:lnTo>
                  <a:lnTo>
                    <a:pt x="4546" y="56502"/>
                  </a:lnTo>
                  <a:lnTo>
                    <a:pt x="140436" y="149707"/>
                  </a:lnTo>
                  <a:lnTo>
                    <a:pt x="353771" y="229273"/>
                  </a:lnTo>
                  <a:lnTo>
                    <a:pt x="438797" y="229273"/>
                  </a:lnTo>
                  <a:lnTo>
                    <a:pt x="438797" y="249732"/>
                  </a:lnTo>
                  <a:lnTo>
                    <a:pt x="442582" y="253517"/>
                  </a:lnTo>
                  <a:lnTo>
                    <a:pt x="501802" y="253517"/>
                  </a:lnTo>
                  <a:lnTo>
                    <a:pt x="501802" y="298983"/>
                  </a:lnTo>
                  <a:lnTo>
                    <a:pt x="506361" y="302768"/>
                  </a:lnTo>
                  <a:lnTo>
                    <a:pt x="645287" y="302768"/>
                  </a:lnTo>
                  <a:lnTo>
                    <a:pt x="649084" y="298221"/>
                  </a:lnTo>
                  <a:lnTo>
                    <a:pt x="649084" y="289128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038733" y="5710809"/>
            <a:ext cx="798195" cy="798195"/>
            <a:chOff x="1038733" y="5710809"/>
            <a:chExt cx="798195" cy="798195"/>
          </a:xfrm>
        </p:grpSpPr>
        <p:sp>
          <p:nvSpPr>
            <p:cNvPr id="17" name="object 17"/>
            <p:cNvSpPr/>
            <p:nvPr/>
          </p:nvSpPr>
          <p:spPr>
            <a:xfrm>
              <a:off x="1038733" y="5710809"/>
              <a:ext cx="798195" cy="798195"/>
            </a:xfrm>
            <a:custGeom>
              <a:avLst/>
              <a:gdLst/>
              <a:ahLst/>
              <a:cxnLst/>
              <a:rect l="l" t="t" r="r" b="b"/>
              <a:pathLst>
                <a:path w="798194" h="798195">
                  <a:moveTo>
                    <a:pt x="399160" y="0"/>
                  </a:moveTo>
                  <a:lnTo>
                    <a:pt x="352606" y="2685"/>
                  </a:lnTo>
                  <a:lnTo>
                    <a:pt x="307630" y="10541"/>
                  </a:lnTo>
                  <a:lnTo>
                    <a:pt x="264531" y="23268"/>
                  </a:lnTo>
                  <a:lnTo>
                    <a:pt x="223610" y="40567"/>
                  </a:lnTo>
                  <a:lnTo>
                    <a:pt x="185165" y="62139"/>
                  </a:lnTo>
                  <a:lnTo>
                    <a:pt x="149497" y="87684"/>
                  </a:lnTo>
                  <a:lnTo>
                    <a:pt x="116903" y="116903"/>
                  </a:lnTo>
                  <a:lnTo>
                    <a:pt x="87684" y="149497"/>
                  </a:lnTo>
                  <a:lnTo>
                    <a:pt x="62139" y="185165"/>
                  </a:lnTo>
                  <a:lnTo>
                    <a:pt x="40567" y="223610"/>
                  </a:lnTo>
                  <a:lnTo>
                    <a:pt x="23268" y="264531"/>
                  </a:lnTo>
                  <a:lnTo>
                    <a:pt x="10541" y="307630"/>
                  </a:lnTo>
                  <a:lnTo>
                    <a:pt x="2685" y="352606"/>
                  </a:lnTo>
                  <a:lnTo>
                    <a:pt x="0" y="399161"/>
                  </a:lnTo>
                  <a:lnTo>
                    <a:pt x="2685" y="445690"/>
                  </a:lnTo>
                  <a:lnTo>
                    <a:pt x="10540" y="490644"/>
                  </a:lnTo>
                  <a:lnTo>
                    <a:pt x="23268" y="533724"/>
                  </a:lnTo>
                  <a:lnTo>
                    <a:pt x="40567" y="574630"/>
                  </a:lnTo>
                  <a:lnTo>
                    <a:pt x="62139" y="613062"/>
                  </a:lnTo>
                  <a:lnTo>
                    <a:pt x="87684" y="648721"/>
                  </a:lnTo>
                  <a:lnTo>
                    <a:pt x="116903" y="681307"/>
                  </a:lnTo>
                  <a:lnTo>
                    <a:pt x="149497" y="710520"/>
                  </a:lnTo>
                  <a:lnTo>
                    <a:pt x="185165" y="736061"/>
                  </a:lnTo>
                  <a:lnTo>
                    <a:pt x="223610" y="757630"/>
                  </a:lnTo>
                  <a:lnTo>
                    <a:pt x="264531" y="774928"/>
                  </a:lnTo>
                  <a:lnTo>
                    <a:pt x="307630" y="787654"/>
                  </a:lnTo>
                  <a:lnTo>
                    <a:pt x="352606" y="795509"/>
                  </a:lnTo>
                  <a:lnTo>
                    <a:pt x="399160" y="798194"/>
                  </a:lnTo>
                  <a:lnTo>
                    <a:pt x="445690" y="795509"/>
                  </a:lnTo>
                  <a:lnTo>
                    <a:pt x="490644" y="787654"/>
                  </a:lnTo>
                  <a:lnTo>
                    <a:pt x="533724" y="774928"/>
                  </a:lnTo>
                  <a:lnTo>
                    <a:pt x="574630" y="757630"/>
                  </a:lnTo>
                  <a:lnTo>
                    <a:pt x="613062" y="736061"/>
                  </a:lnTo>
                  <a:lnTo>
                    <a:pt x="648721" y="710520"/>
                  </a:lnTo>
                  <a:lnTo>
                    <a:pt x="681307" y="681307"/>
                  </a:lnTo>
                  <a:lnTo>
                    <a:pt x="710520" y="648721"/>
                  </a:lnTo>
                  <a:lnTo>
                    <a:pt x="736061" y="613062"/>
                  </a:lnTo>
                  <a:lnTo>
                    <a:pt x="757630" y="574630"/>
                  </a:lnTo>
                  <a:lnTo>
                    <a:pt x="774928" y="533724"/>
                  </a:lnTo>
                  <a:lnTo>
                    <a:pt x="787654" y="490644"/>
                  </a:lnTo>
                  <a:lnTo>
                    <a:pt x="795509" y="445690"/>
                  </a:lnTo>
                  <a:lnTo>
                    <a:pt x="798194" y="399161"/>
                  </a:lnTo>
                  <a:lnTo>
                    <a:pt x="795509" y="352606"/>
                  </a:lnTo>
                  <a:lnTo>
                    <a:pt x="787654" y="307630"/>
                  </a:lnTo>
                  <a:lnTo>
                    <a:pt x="774928" y="264531"/>
                  </a:lnTo>
                  <a:lnTo>
                    <a:pt x="757630" y="223610"/>
                  </a:lnTo>
                  <a:lnTo>
                    <a:pt x="736061" y="185166"/>
                  </a:lnTo>
                  <a:lnTo>
                    <a:pt x="710520" y="149497"/>
                  </a:lnTo>
                  <a:lnTo>
                    <a:pt x="681307" y="116903"/>
                  </a:lnTo>
                  <a:lnTo>
                    <a:pt x="648721" y="87684"/>
                  </a:lnTo>
                  <a:lnTo>
                    <a:pt x="613062" y="62139"/>
                  </a:lnTo>
                  <a:lnTo>
                    <a:pt x="574630" y="40567"/>
                  </a:lnTo>
                  <a:lnTo>
                    <a:pt x="533724" y="23268"/>
                  </a:lnTo>
                  <a:lnTo>
                    <a:pt x="490644" y="10541"/>
                  </a:lnTo>
                  <a:lnTo>
                    <a:pt x="445690" y="2685"/>
                  </a:lnTo>
                  <a:lnTo>
                    <a:pt x="399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48689" y="5849899"/>
              <a:ext cx="579120" cy="520700"/>
            </a:xfrm>
            <a:custGeom>
              <a:avLst/>
              <a:gdLst/>
              <a:ahLst/>
              <a:cxnLst/>
              <a:rect l="l" t="t" r="r" b="b"/>
              <a:pathLst>
                <a:path w="579119" h="520700">
                  <a:moveTo>
                    <a:pt x="57873" y="332193"/>
                  </a:moveTo>
                  <a:lnTo>
                    <a:pt x="53555" y="327888"/>
                  </a:lnTo>
                  <a:lnTo>
                    <a:pt x="42900" y="327888"/>
                  </a:lnTo>
                  <a:lnTo>
                    <a:pt x="38582" y="332193"/>
                  </a:lnTo>
                  <a:lnTo>
                    <a:pt x="38582" y="342849"/>
                  </a:lnTo>
                  <a:lnTo>
                    <a:pt x="42900" y="347167"/>
                  </a:lnTo>
                  <a:lnTo>
                    <a:pt x="53555" y="347167"/>
                  </a:lnTo>
                  <a:lnTo>
                    <a:pt x="57873" y="342849"/>
                  </a:lnTo>
                  <a:lnTo>
                    <a:pt x="57873" y="337527"/>
                  </a:lnTo>
                  <a:lnTo>
                    <a:pt x="57873" y="332193"/>
                  </a:lnTo>
                  <a:close/>
                </a:path>
                <a:path w="579119" h="520700">
                  <a:moveTo>
                    <a:pt x="57873" y="163944"/>
                  </a:moveTo>
                  <a:lnTo>
                    <a:pt x="38582" y="163944"/>
                  </a:lnTo>
                  <a:lnTo>
                    <a:pt x="38582" y="202514"/>
                  </a:lnTo>
                  <a:lnTo>
                    <a:pt x="57873" y="202514"/>
                  </a:lnTo>
                  <a:lnTo>
                    <a:pt x="57873" y="163944"/>
                  </a:lnTo>
                  <a:close/>
                </a:path>
                <a:path w="579119" h="520700">
                  <a:moveTo>
                    <a:pt x="115760" y="274332"/>
                  </a:moveTo>
                  <a:lnTo>
                    <a:pt x="111429" y="270027"/>
                  </a:lnTo>
                  <a:lnTo>
                    <a:pt x="100787" y="270027"/>
                  </a:lnTo>
                  <a:lnTo>
                    <a:pt x="96456" y="274332"/>
                  </a:lnTo>
                  <a:lnTo>
                    <a:pt x="96456" y="284988"/>
                  </a:lnTo>
                  <a:lnTo>
                    <a:pt x="100787" y="289306"/>
                  </a:lnTo>
                  <a:lnTo>
                    <a:pt x="111429" y="289306"/>
                  </a:lnTo>
                  <a:lnTo>
                    <a:pt x="115760" y="284988"/>
                  </a:lnTo>
                  <a:lnTo>
                    <a:pt x="115760" y="279666"/>
                  </a:lnTo>
                  <a:lnTo>
                    <a:pt x="115760" y="274332"/>
                  </a:lnTo>
                  <a:close/>
                </a:path>
                <a:path w="579119" h="520700">
                  <a:moveTo>
                    <a:pt x="125399" y="115722"/>
                  </a:moveTo>
                  <a:lnTo>
                    <a:pt x="106108" y="115722"/>
                  </a:lnTo>
                  <a:lnTo>
                    <a:pt x="106108" y="202514"/>
                  </a:lnTo>
                  <a:lnTo>
                    <a:pt x="125399" y="202514"/>
                  </a:lnTo>
                  <a:lnTo>
                    <a:pt x="125399" y="115722"/>
                  </a:lnTo>
                  <a:close/>
                </a:path>
                <a:path w="579119" h="520700">
                  <a:moveTo>
                    <a:pt x="154343" y="0"/>
                  </a:moveTo>
                  <a:lnTo>
                    <a:pt x="144691" y="0"/>
                  </a:lnTo>
                  <a:lnTo>
                    <a:pt x="144691" y="13944"/>
                  </a:lnTo>
                  <a:lnTo>
                    <a:pt x="144691" y="24599"/>
                  </a:lnTo>
                  <a:lnTo>
                    <a:pt x="140373" y="28930"/>
                  </a:lnTo>
                  <a:lnTo>
                    <a:pt x="110426" y="28930"/>
                  </a:lnTo>
                  <a:lnTo>
                    <a:pt x="106108" y="24599"/>
                  </a:lnTo>
                  <a:lnTo>
                    <a:pt x="106108" y="13944"/>
                  </a:lnTo>
                  <a:lnTo>
                    <a:pt x="110426" y="9639"/>
                  </a:lnTo>
                  <a:lnTo>
                    <a:pt x="140373" y="9639"/>
                  </a:lnTo>
                  <a:lnTo>
                    <a:pt x="144691" y="13944"/>
                  </a:lnTo>
                  <a:lnTo>
                    <a:pt x="144691" y="0"/>
                  </a:lnTo>
                  <a:lnTo>
                    <a:pt x="96456" y="0"/>
                  </a:lnTo>
                  <a:lnTo>
                    <a:pt x="96456" y="13944"/>
                  </a:lnTo>
                  <a:lnTo>
                    <a:pt x="96456" y="24599"/>
                  </a:lnTo>
                  <a:lnTo>
                    <a:pt x="92138" y="28930"/>
                  </a:lnTo>
                  <a:lnTo>
                    <a:pt x="62191" y="28930"/>
                  </a:lnTo>
                  <a:lnTo>
                    <a:pt x="57873" y="24599"/>
                  </a:lnTo>
                  <a:lnTo>
                    <a:pt x="57873" y="13944"/>
                  </a:lnTo>
                  <a:lnTo>
                    <a:pt x="62191" y="9639"/>
                  </a:lnTo>
                  <a:lnTo>
                    <a:pt x="92138" y="9639"/>
                  </a:lnTo>
                  <a:lnTo>
                    <a:pt x="96456" y="13944"/>
                  </a:lnTo>
                  <a:lnTo>
                    <a:pt x="96456" y="0"/>
                  </a:lnTo>
                  <a:lnTo>
                    <a:pt x="48234" y="0"/>
                  </a:lnTo>
                  <a:lnTo>
                    <a:pt x="48234" y="13944"/>
                  </a:lnTo>
                  <a:lnTo>
                    <a:pt x="48234" y="24599"/>
                  </a:lnTo>
                  <a:lnTo>
                    <a:pt x="43916" y="28930"/>
                  </a:lnTo>
                  <a:lnTo>
                    <a:pt x="13957" y="28930"/>
                  </a:lnTo>
                  <a:lnTo>
                    <a:pt x="9639" y="24599"/>
                  </a:lnTo>
                  <a:lnTo>
                    <a:pt x="9639" y="13944"/>
                  </a:lnTo>
                  <a:lnTo>
                    <a:pt x="13957" y="9639"/>
                  </a:lnTo>
                  <a:lnTo>
                    <a:pt x="43916" y="9639"/>
                  </a:lnTo>
                  <a:lnTo>
                    <a:pt x="48234" y="13944"/>
                  </a:lnTo>
                  <a:lnTo>
                    <a:pt x="48234" y="0"/>
                  </a:lnTo>
                  <a:lnTo>
                    <a:pt x="3784" y="0"/>
                  </a:lnTo>
                  <a:lnTo>
                    <a:pt x="0" y="3771"/>
                  </a:lnTo>
                  <a:lnTo>
                    <a:pt x="0" y="38569"/>
                  </a:lnTo>
                  <a:lnTo>
                    <a:pt x="154343" y="38569"/>
                  </a:lnTo>
                  <a:lnTo>
                    <a:pt x="154343" y="28930"/>
                  </a:lnTo>
                  <a:lnTo>
                    <a:pt x="154343" y="9639"/>
                  </a:lnTo>
                  <a:lnTo>
                    <a:pt x="154343" y="0"/>
                  </a:lnTo>
                  <a:close/>
                </a:path>
                <a:path w="579119" h="520700">
                  <a:moveTo>
                    <a:pt x="183273" y="312902"/>
                  </a:moveTo>
                  <a:lnTo>
                    <a:pt x="178955" y="308597"/>
                  </a:lnTo>
                  <a:lnTo>
                    <a:pt x="168313" y="308597"/>
                  </a:lnTo>
                  <a:lnTo>
                    <a:pt x="163982" y="312902"/>
                  </a:lnTo>
                  <a:lnTo>
                    <a:pt x="163982" y="323570"/>
                  </a:lnTo>
                  <a:lnTo>
                    <a:pt x="168313" y="327888"/>
                  </a:lnTo>
                  <a:lnTo>
                    <a:pt x="178955" y="327888"/>
                  </a:lnTo>
                  <a:lnTo>
                    <a:pt x="183273" y="323570"/>
                  </a:lnTo>
                  <a:lnTo>
                    <a:pt x="183273" y="318236"/>
                  </a:lnTo>
                  <a:lnTo>
                    <a:pt x="183273" y="312902"/>
                  </a:lnTo>
                  <a:close/>
                </a:path>
                <a:path w="579119" h="520700">
                  <a:moveTo>
                    <a:pt x="192925" y="135013"/>
                  </a:moveTo>
                  <a:lnTo>
                    <a:pt x="173634" y="135013"/>
                  </a:lnTo>
                  <a:lnTo>
                    <a:pt x="173634" y="202514"/>
                  </a:lnTo>
                  <a:lnTo>
                    <a:pt x="192925" y="202514"/>
                  </a:lnTo>
                  <a:lnTo>
                    <a:pt x="192925" y="135013"/>
                  </a:lnTo>
                  <a:close/>
                </a:path>
                <a:path w="579119" h="520700">
                  <a:moveTo>
                    <a:pt x="260451" y="264693"/>
                  </a:moveTo>
                  <a:lnTo>
                    <a:pt x="256133" y="260375"/>
                  </a:lnTo>
                  <a:lnTo>
                    <a:pt x="245478" y="260375"/>
                  </a:lnTo>
                  <a:lnTo>
                    <a:pt x="241160" y="264693"/>
                  </a:lnTo>
                  <a:lnTo>
                    <a:pt x="241160" y="275348"/>
                  </a:lnTo>
                  <a:lnTo>
                    <a:pt x="245478" y="279666"/>
                  </a:lnTo>
                  <a:lnTo>
                    <a:pt x="256133" y="279666"/>
                  </a:lnTo>
                  <a:lnTo>
                    <a:pt x="260451" y="275348"/>
                  </a:lnTo>
                  <a:lnTo>
                    <a:pt x="260451" y="270027"/>
                  </a:lnTo>
                  <a:lnTo>
                    <a:pt x="260451" y="264693"/>
                  </a:lnTo>
                  <a:close/>
                </a:path>
                <a:path w="579119" h="520700">
                  <a:moveTo>
                    <a:pt x="260451" y="96431"/>
                  </a:moveTo>
                  <a:lnTo>
                    <a:pt x="241160" y="96431"/>
                  </a:lnTo>
                  <a:lnTo>
                    <a:pt x="241160" y="202514"/>
                  </a:lnTo>
                  <a:lnTo>
                    <a:pt x="260451" y="202514"/>
                  </a:lnTo>
                  <a:lnTo>
                    <a:pt x="260451" y="96431"/>
                  </a:lnTo>
                  <a:close/>
                </a:path>
                <a:path w="579119" h="520700">
                  <a:moveTo>
                    <a:pt x="430022" y="184975"/>
                  </a:moveTo>
                  <a:lnTo>
                    <a:pt x="425119" y="183845"/>
                  </a:lnTo>
                  <a:lnTo>
                    <a:pt x="420027" y="183222"/>
                  </a:lnTo>
                  <a:lnTo>
                    <a:pt x="414794" y="183222"/>
                  </a:lnTo>
                  <a:lnTo>
                    <a:pt x="401726" y="184492"/>
                  </a:lnTo>
                  <a:lnTo>
                    <a:pt x="389509" y="188137"/>
                  </a:lnTo>
                  <a:lnTo>
                    <a:pt x="378383" y="193916"/>
                  </a:lnTo>
                  <a:lnTo>
                    <a:pt x="368566" y="201587"/>
                  </a:lnTo>
                  <a:lnTo>
                    <a:pt x="369646" y="206578"/>
                  </a:lnTo>
                  <a:lnTo>
                    <a:pt x="371170" y="211404"/>
                  </a:lnTo>
                  <a:lnTo>
                    <a:pt x="373062" y="216039"/>
                  </a:lnTo>
                  <a:lnTo>
                    <a:pt x="430022" y="184975"/>
                  </a:lnTo>
                  <a:close/>
                </a:path>
                <a:path w="579119" h="520700">
                  <a:moveTo>
                    <a:pt x="443738" y="96977"/>
                  </a:moveTo>
                  <a:lnTo>
                    <a:pt x="423227" y="101841"/>
                  </a:lnTo>
                  <a:lnTo>
                    <a:pt x="404926" y="111264"/>
                  </a:lnTo>
                  <a:lnTo>
                    <a:pt x="389458" y="124587"/>
                  </a:lnTo>
                  <a:lnTo>
                    <a:pt x="377494" y="141160"/>
                  </a:lnTo>
                  <a:lnTo>
                    <a:pt x="386422" y="138518"/>
                  </a:lnTo>
                  <a:lnTo>
                    <a:pt x="395643" y="136588"/>
                  </a:lnTo>
                  <a:lnTo>
                    <a:pt x="405104" y="135407"/>
                  </a:lnTo>
                  <a:lnTo>
                    <a:pt x="414794" y="135013"/>
                  </a:lnTo>
                  <a:lnTo>
                    <a:pt x="422224" y="135242"/>
                  </a:lnTo>
                  <a:lnTo>
                    <a:pt x="429539" y="135940"/>
                  </a:lnTo>
                  <a:lnTo>
                    <a:pt x="436714" y="137083"/>
                  </a:lnTo>
                  <a:lnTo>
                    <a:pt x="443738" y="138658"/>
                  </a:lnTo>
                  <a:lnTo>
                    <a:pt x="443738" y="96977"/>
                  </a:lnTo>
                  <a:close/>
                </a:path>
                <a:path w="579119" h="520700">
                  <a:moveTo>
                    <a:pt x="471208" y="287769"/>
                  </a:moveTo>
                  <a:lnTo>
                    <a:pt x="465404" y="288759"/>
                  </a:lnTo>
                  <a:lnTo>
                    <a:pt x="459460" y="289306"/>
                  </a:lnTo>
                  <a:lnTo>
                    <a:pt x="453377" y="289306"/>
                  </a:lnTo>
                  <a:lnTo>
                    <a:pt x="420941" y="284238"/>
                  </a:lnTo>
                  <a:lnTo>
                    <a:pt x="392557" y="270090"/>
                  </a:lnTo>
                  <a:lnTo>
                    <a:pt x="369785" y="248450"/>
                  </a:lnTo>
                  <a:lnTo>
                    <a:pt x="354228" y="220903"/>
                  </a:lnTo>
                  <a:lnTo>
                    <a:pt x="351269" y="227863"/>
                  </a:lnTo>
                  <a:lnTo>
                    <a:pt x="349084" y="235178"/>
                  </a:lnTo>
                  <a:lnTo>
                    <a:pt x="347726" y="242824"/>
                  </a:lnTo>
                  <a:lnTo>
                    <a:pt x="347268" y="250736"/>
                  </a:lnTo>
                  <a:lnTo>
                    <a:pt x="352590" y="276987"/>
                  </a:lnTo>
                  <a:lnTo>
                    <a:pt x="367068" y="298450"/>
                  </a:lnTo>
                  <a:lnTo>
                    <a:pt x="388543" y="312928"/>
                  </a:lnTo>
                  <a:lnTo>
                    <a:pt x="414794" y="318236"/>
                  </a:lnTo>
                  <a:lnTo>
                    <a:pt x="431850" y="316052"/>
                  </a:lnTo>
                  <a:lnTo>
                    <a:pt x="447294" y="309880"/>
                  </a:lnTo>
                  <a:lnTo>
                    <a:pt x="460603" y="300266"/>
                  </a:lnTo>
                  <a:lnTo>
                    <a:pt x="471208" y="287769"/>
                  </a:lnTo>
                  <a:close/>
                </a:path>
                <a:path w="579119" h="520700">
                  <a:moveTo>
                    <a:pt x="474853" y="370852"/>
                  </a:moveTo>
                  <a:lnTo>
                    <a:pt x="467245" y="353872"/>
                  </a:lnTo>
                  <a:lnTo>
                    <a:pt x="461556" y="356781"/>
                  </a:lnTo>
                  <a:lnTo>
                    <a:pt x="455587" y="359232"/>
                  </a:lnTo>
                  <a:lnTo>
                    <a:pt x="449376" y="361175"/>
                  </a:lnTo>
                  <a:lnTo>
                    <a:pt x="457250" y="378739"/>
                  </a:lnTo>
                  <a:lnTo>
                    <a:pt x="474853" y="370852"/>
                  </a:lnTo>
                  <a:close/>
                </a:path>
                <a:path w="579119" h="520700">
                  <a:moveTo>
                    <a:pt x="482320" y="250736"/>
                  </a:moveTo>
                  <a:lnTo>
                    <a:pt x="480187" y="233857"/>
                  </a:lnTo>
                  <a:lnTo>
                    <a:pt x="474129" y="218541"/>
                  </a:lnTo>
                  <a:lnTo>
                    <a:pt x="464705" y="205308"/>
                  </a:lnTo>
                  <a:lnTo>
                    <a:pt x="452450" y="194716"/>
                  </a:lnTo>
                  <a:lnTo>
                    <a:pt x="382320" y="232956"/>
                  </a:lnTo>
                  <a:lnTo>
                    <a:pt x="395922" y="248196"/>
                  </a:lnTo>
                  <a:lnTo>
                    <a:pt x="412724" y="259880"/>
                  </a:lnTo>
                  <a:lnTo>
                    <a:pt x="432092" y="267373"/>
                  </a:lnTo>
                  <a:lnTo>
                    <a:pt x="453377" y="270027"/>
                  </a:lnTo>
                  <a:lnTo>
                    <a:pt x="460451" y="269735"/>
                  </a:lnTo>
                  <a:lnTo>
                    <a:pt x="482320" y="255841"/>
                  </a:lnTo>
                  <a:lnTo>
                    <a:pt x="482320" y="250736"/>
                  </a:lnTo>
                  <a:close/>
                </a:path>
                <a:path w="579119" h="520700">
                  <a:moveTo>
                    <a:pt x="511263" y="250736"/>
                  </a:moveTo>
                  <a:lnTo>
                    <a:pt x="503669" y="213233"/>
                  </a:lnTo>
                  <a:lnTo>
                    <a:pt x="501611" y="210197"/>
                  </a:lnTo>
                  <a:lnTo>
                    <a:pt x="501611" y="250736"/>
                  </a:lnTo>
                  <a:lnTo>
                    <a:pt x="494779" y="284480"/>
                  </a:lnTo>
                  <a:lnTo>
                    <a:pt x="476161" y="312077"/>
                  </a:lnTo>
                  <a:lnTo>
                    <a:pt x="448551" y="330695"/>
                  </a:lnTo>
                  <a:lnTo>
                    <a:pt x="414794" y="337527"/>
                  </a:lnTo>
                  <a:lnTo>
                    <a:pt x="381038" y="330695"/>
                  </a:lnTo>
                  <a:lnTo>
                    <a:pt x="353428" y="312077"/>
                  </a:lnTo>
                  <a:lnTo>
                    <a:pt x="334810" y="284480"/>
                  </a:lnTo>
                  <a:lnTo>
                    <a:pt x="327977" y="250736"/>
                  </a:lnTo>
                  <a:lnTo>
                    <a:pt x="334810" y="216979"/>
                  </a:lnTo>
                  <a:lnTo>
                    <a:pt x="353428" y="189382"/>
                  </a:lnTo>
                  <a:lnTo>
                    <a:pt x="381038" y="170764"/>
                  </a:lnTo>
                  <a:lnTo>
                    <a:pt x="414794" y="163944"/>
                  </a:lnTo>
                  <a:lnTo>
                    <a:pt x="448551" y="170764"/>
                  </a:lnTo>
                  <a:lnTo>
                    <a:pt x="476161" y="189382"/>
                  </a:lnTo>
                  <a:lnTo>
                    <a:pt x="494779" y="216979"/>
                  </a:lnTo>
                  <a:lnTo>
                    <a:pt x="501611" y="250736"/>
                  </a:lnTo>
                  <a:lnTo>
                    <a:pt x="501611" y="210197"/>
                  </a:lnTo>
                  <a:lnTo>
                    <a:pt x="482968" y="182575"/>
                  </a:lnTo>
                  <a:lnTo>
                    <a:pt x="455345" y="163944"/>
                  </a:lnTo>
                  <a:lnTo>
                    <a:pt x="452310" y="161886"/>
                  </a:lnTo>
                  <a:lnTo>
                    <a:pt x="414794" y="154292"/>
                  </a:lnTo>
                  <a:lnTo>
                    <a:pt x="377278" y="161886"/>
                  </a:lnTo>
                  <a:lnTo>
                    <a:pt x="346621" y="182575"/>
                  </a:lnTo>
                  <a:lnTo>
                    <a:pt x="325920" y="213233"/>
                  </a:lnTo>
                  <a:lnTo>
                    <a:pt x="318325" y="250736"/>
                  </a:lnTo>
                  <a:lnTo>
                    <a:pt x="325920" y="288239"/>
                  </a:lnTo>
                  <a:lnTo>
                    <a:pt x="346621" y="318897"/>
                  </a:lnTo>
                  <a:lnTo>
                    <a:pt x="377278" y="339585"/>
                  </a:lnTo>
                  <a:lnTo>
                    <a:pt x="414794" y="347167"/>
                  </a:lnTo>
                  <a:lnTo>
                    <a:pt x="452310" y="339585"/>
                  </a:lnTo>
                  <a:lnTo>
                    <a:pt x="455345" y="337527"/>
                  </a:lnTo>
                  <a:lnTo>
                    <a:pt x="482968" y="318897"/>
                  </a:lnTo>
                  <a:lnTo>
                    <a:pt x="503669" y="288239"/>
                  </a:lnTo>
                  <a:lnTo>
                    <a:pt x="511263" y="250736"/>
                  </a:lnTo>
                  <a:close/>
                </a:path>
                <a:path w="579119" h="520700">
                  <a:moveTo>
                    <a:pt x="539648" y="192874"/>
                  </a:moveTo>
                  <a:lnTo>
                    <a:pt x="515023" y="192874"/>
                  </a:lnTo>
                  <a:lnTo>
                    <a:pt x="519290" y="200952"/>
                  </a:lnTo>
                  <a:lnTo>
                    <a:pt x="522922" y="209384"/>
                  </a:lnTo>
                  <a:lnTo>
                    <a:pt x="525881" y="218160"/>
                  </a:lnTo>
                  <a:lnTo>
                    <a:pt x="528154" y="227228"/>
                  </a:lnTo>
                  <a:lnTo>
                    <a:pt x="532320" y="219265"/>
                  </a:lnTo>
                  <a:lnTo>
                    <a:pt x="535660" y="210845"/>
                  </a:lnTo>
                  <a:lnTo>
                    <a:pt x="538124" y="202031"/>
                  </a:lnTo>
                  <a:lnTo>
                    <a:pt x="539648" y="192874"/>
                  </a:lnTo>
                  <a:close/>
                </a:path>
                <a:path w="579119" h="520700">
                  <a:moveTo>
                    <a:pt x="539648" y="173583"/>
                  </a:moveTo>
                  <a:lnTo>
                    <a:pt x="531444" y="145288"/>
                  </a:lnTo>
                  <a:lnTo>
                    <a:pt x="514731" y="121881"/>
                  </a:lnTo>
                  <a:lnTo>
                    <a:pt x="491324" y="105181"/>
                  </a:lnTo>
                  <a:lnTo>
                    <a:pt x="463029" y="96977"/>
                  </a:lnTo>
                  <a:lnTo>
                    <a:pt x="463029" y="145542"/>
                  </a:lnTo>
                  <a:lnTo>
                    <a:pt x="473595" y="151079"/>
                  </a:lnTo>
                  <a:lnTo>
                    <a:pt x="483501" y="157657"/>
                  </a:lnTo>
                  <a:lnTo>
                    <a:pt x="492658" y="165176"/>
                  </a:lnTo>
                  <a:lnTo>
                    <a:pt x="501002" y="173583"/>
                  </a:lnTo>
                  <a:lnTo>
                    <a:pt x="539648" y="173583"/>
                  </a:lnTo>
                  <a:close/>
                </a:path>
                <a:path w="579119" h="520700">
                  <a:moveTo>
                    <a:pt x="544855" y="503516"/>
                  </a:moveTo>
                  <a:lnTo>
                    <a:pt x="491540" y="384517"/>
                  </a:lnTo>
                  <a:lnTo>
                    <a:pt x="456336" y="400278"/>
                  </a:lnTo>
                  <a:lnTo>
                    <a:pt x="508444" y="516610"/>
                  </a:lnTo>
                  <a:lnTo>
                    <a:pt x="510476" y="518528"/>
                  </a:lnTo>
                  <a:lnTo>
                    <a:pt x="515620" y="520496"/>
                  </a:lnTo>
                  <a:lnTo>
                    <a:pt x="518426" y="520407"/>
                  </a:lnTo>
                  <a:lnTo>
                    <a:pt x="542531" y="509625"/>
                  </a:lnTo>
                  <a:lnTo>
                    <a:pt x="544855" y="503516"/>
                  </a:lnTo>
                  <a:close/>
                </a:path>
                <a:path w="579119" h="520700">
                  <a:moveTo>
                    <a:pt x="578789" y="57861"/>
                  </a:moveTo>
                  <a:lnTo>
                    <a:pt x="279742" y="57861"/>
                  </a:lnTo>
                  <a:lnTo>
                    <a:pt x="279742" y="81457"/>
                  </a:lnTo>
                  <a:lnTo>
                    <a:pt x="279742" y="217487"/>
                  </a:lnTo>
                  <a:lnTo>
                    <a:pt x="279742" y="270027"/>
                  </a:lnTo>
                  <a:lnTo>
                    <a:pt x="277456" y="281279"/>
                  </a:lnTo>
                  <a:lnTo>
                    <a:pt x="271259" y="290474"/>
                  </a:lnTo>
                  <a:lnTo>
                    <a:pt x="262064" y="296672"/>
                  </a:lnTo>
                  <a:lnTo>
                    <a:pt x="250799" y="298958"/>
                  </a:lnTo>
                  <a:lnTo>
                    <a:pt x="244005" y="298958"/>
                  </a:lnTo>
                  <a:lnTo>
                    <a:pt x="237985" y="296672"/>
                  </a:lnTo>
                  <a:lnTo>
                    <a:pt x="237858" y="296672"/>
                  </a:lnTo>
                  <a:lnTo>
                    <a:pt x="232905" y="292722"/>
                  </a:lnTo>
                  <a:lnTo>
                    <a:pt x="232664" y="292722"/>
                  </a:lnTo>
                  <a:lnTo>
                    <a:pt x="201879" y="311962"/>
                  </a:lnTo>
                  <a:lnTo>
                    <a:pt x="202336" y="313982"/>
                  </a:lnTo>
                  <a:lnTo>
                    <a:pt x="202577" y="316077"/>
                  </a:lnTo>
                  <a:lnTo>
                    <a:pt x="202577" y="318236"/>
                  </a:lnTo>
                  <a:lnTo>
                    <a:pt x="200380" y="329069"/>
                  </a:lnTo>
                  <a:lnTo>
                    <a:pt x="200291" y="329488"/>
                  </a:lnTo>
                  <a:lnTo>
                    <a:pt x="194081" y="338683"/>
                  </a:lnTo>
                  <a:lnTo>
                    <a:pt x="184886" y="344893"/>
                  </a:lnTo>
                  <a:lnTo>
                    <a:pt x="173634" y="347167"/>
                  </a:lnTo>
                  <a:lnTo>
                    <a:pt x="162382" y="344893"/>
                  </a:lnTo>
                  <a:lnTo>
                    <a:pt x="153174" y="338683"/>
                  </a:lnTo>
                  <a:lnTo>
                    <a:pt x="146977" y="329488"/>
                  </a:lnTo>
                  <a:lnTo>
                    <a:pt x="144691" y="318236"/>
                  </a:lnTo>
                  <a:lnTo>
                    <a:pt x="144729" y="316077"/>
                  </a:lnTo>
                  <a:lnTo>
                    <a:pt x="144868" y="314604"/>
                  </a:lnTo>
                  <a:lnTo>
                    <a:pt x="145211" y="312864"/>
                  </a:lnTo>
                  <a:lnTo>
                    <a:pt x="137858" y="308597"/>
                  </a:lnTo>
                  <a:lnTo>
                    <a:pt x="125285" y="301294"/>
                  </a:lnTo>
                  <a:lnTo>
                    <a:pt x="120180" y="305828"/>
                  </a:lnTo>
                  <a:lnTo>
                    <a:pt x="113461" y="308597"/>
                  </a:lnTo>
                  <a:lnTo>
                    <a:pt x="101892" y="308597"/>
                  </a:lnTo>
                  <a:lnTo>
                    <a:pt x="97891" y="307682"/>
                  </a:lnTo>
                  <a:lnTo>
                    <a:pt x="94272" y="306057"/>
                  </a:lnTo>
                  <a:lnTo>
                    <a:pt x="74485" y="325374"/>
                  </a:lnTo>
                  <a:lnTo>
                    <a:pt x="76200" y="329069"/>
                  </a:lnTo>
                  <a:lnTo>
                    <a:pt x="77165" y="333184"/>
                  </a:lnTo>
                  <a:lnTo>
                    <a:pt x="77165" y="337527"/>
                  </a:lnTo>
                  <a:lnTo>
                    <a:pt x="74891" y="348780"/>
                  </a:lnTo>
                  <a:lnTo>
                    <a:pt x="68681" y="357974"/>
                  </a:lnTo>
                  <a:lnTo>
                    <a:pt x="59486" y="364185"/>
                  </a:lnTo>
                  <a:lnTo>
                    <a:pt x="48234" y="366458"/>
                  </a:lnTo>
                  <a:lnTo>
                    <a:pt x="36969" y="364185"/>
                  </a:lnTo>
                  <a:lnTo>
                    <a:pt x="27774" y="357974"/>
                  </a:lnTo>
                  <a:lnTo>
                    <a:pt x="21564" y="348780"/>
                  </a:lnTo>
                  <a:lnTo>
                    <a:pt x="19291" y="337527"/>
                  </a:lnTo>
                  <a:lnTo>
                    <a:pt x="21526" y="326466"/>
                  </a:lnTo>
                  <a:lnTo>
                    <a:pt x="21564" y="326275"/>
                  </a:lnTo>
                  <a:lnTo>
                    <a:pt x="27774" y="317080"/>
                  </a:lnTo>
                  <a:lnTo>
                    <a:pt x="36969" y="310870"/>
                  </a:lnTo>
                  <a:lnTo>
                    <a:pt x="48234" y="308597"/>
                  </a:lnTo>
                  <a:lnTo>
                    <a:pt x="52819" y="308597"/>
                  </a:lnTo>
                  <a:lnTo>
                    <a:pt x="57150" y="309676"/>
                  </a:lnTo>
                  <a:lnTo>
                    <a:pt x="60998" y="311569"/>
                  </a:lnTo>
                  <a:lnTo>
                    <a:pt x="64046" y="308597"/>
                  </a:lnTo>
                  <a:lnTo>
                    <a:pt x="80302" y="292722"/>
                  </a:lnTo>
                  <a:lnTo>
                    <a:pt x="78308" y="288798"/>
                  </a:lnTo>
                  <a:lnTo>
                    <a:pt x="77177" y="284429"/>
                  </a:lnTo>
                  <a:lnTo>
                    <a:pt x="106108" y="250736"/>
                  </a:lnTo>
                  <a:lnTo>
                    <a:pt x="117360" y="253009"/>
                  </a:lnTo>
                  <a:lnTo>
                    <a:pt x="126555" y="259219"/>
                  </a:lnTo>
                  <a:lnTo>
                    <a:pt x="132765" y="268414"/>
                  </a:lnTo>
                  <a:lnTo>
                    <a:pt x="135051" y="279666"/>
                  </a:lnTo>
                  <a:lnTo>
                    <a:pt x="134975" y="282016"/>
                  </a:lnTo>
                  <a:lnTo>
                    <a:pt x="134912" y="282867"/>
                  </a:lnTo>
                  <a:lnTo>
                    <a:pt x="134645" y="284429"/>
                  </a:lnTo>
                  <a:lnTo>
                    <a:pt x="154914" y="296202"/>
                  </a:lnTo>
                  <a:lnTo>
                    <a:pt x="159969" y="291896"/>
                  </a:lnTo>
                  <a:lnTo>
                    <a:pt x="166497" y="289306"/>
                  </a:lnTo>
                  <a:lnTo>
                    <a:pt x="180441" y="289306"/>
                  </a:lnTo>
                  <a:lnTo>
                    <a:pt x="186690" y="291668"/>
                  </a:lnTo>
                  <a:lnTo>
                    <a:pt x="191643" y="295605"/>
                  </a:lnTo>
                  <a:lnTo>
                    <a:pt x="201726" y="289306"/>
                  </a:lnTo>
                  <a:lnTo>
                    <a:pt x="222554" y="276288"/>
                  </a:lnTo>
                  <a:lnTo>
                    <a:pt x="222110" y="274269"/>
                  </a:lnTo>
                  <a:lnTo>
                    <a:pt x="221869" y="272173"/>
                  </a:lnTo>
                  <a:lnTo>
                    <a:pt x="221869" y="270027"/>
                  </a:lnTo>
                  <a:lnTo>
                    <a:pt x="224053" y="259219"/>
                  </a:lnTo>
                  <a:lnTo>
                    <a:pt x="224142" y="258762"/>
                  </a:lnTo>
                  <a:lnTo>
                    <a:pt x="229565" y="250736"/>
                  </a:lnTo>
                  <a:lnTo>
                    <a:pt x="230352" y="249567"/>
                  </a:lnTo>
                  <a:lnTo>
                    <a:pt x="239547" y="243370"/>
                  </a:lnTo>
                  <a:lnTo>
                    <a:pt x="250799" y="241084"/>
                  </a:lnTo>
                  <a:lnTo>
                    <a:pt x="262064" y="243370"/>
                  </a:lnTo>
                  <a:lnTo>
                    <a:pt x="271259" y="249567"/>
                  </a:lnTo>
                  <a:lnTo>
                    <a:pt x="277469" y="258762"/>
                  </a:lnTo>
                  <a:lnTo>
                    <a:pt x="279742" y="270027"/>
                  </a:lnTo>
                  <a:lnTo>
                    <a:pt x="279742" y="217487"/>
                  </a:lnTo>
                  <a:lnTo>
                    <a:pt x="275424" y="221805"/>
                  </a:lnTo>
                  <a:lnTo>
                    <a:pt x="226187" y="221805"/>
                  </a:lnTo>
                  <a:lnTo>
                    <a:pt x="221869" y="217487"/>
                  </a:lnTo>
                  <a:lnTo>
                    <a:pt x="221869" y="115722"/>
                  </a:lnTo>
                  <a:lnTo>
                    <a:pt x="221869" y="96431"/>
                  </a:lnTo>
                  <a:lnTo>
                    <a:pt x="221869" y="81457"/>
                  </a:lnTo>
                  <a:lnTo>
                    <a:pt x="226187" y="77139"/>
                  </a:lnTo>
                  <a:lnTo>
                    <a:pt x="275424" y="77139"/>
                  </a:lnTo>
                  <a:lnTo>
                    <a:pt x="279742" y="81457"/>
                  </a:lnTo>
                  <a:lnTo>
                    <a:pt x="279742" y="57861"/>
                  </a:lnTo>
                  <a:lnTo>
                    <a:pt x="212217" y="57861"/>
                  </a:lnTo>
                  <a:lnTo>
                    <a:pt x="212217" y="120027"/>
                  </a:lnTo>
                  <a:lnTo>
                    <a:pt x="212217" y="217487"/>
                  </a:lnTo>
                  <a:lnTo>
                    <a:pt x="207899" y="221805"/>
                  </a:lnTo>
                  <a:lnTo>
                    <a:pt x="158661" y="221805"/>
                  </a:lnTo>
                  <a:lnTo>
                    <a:pt x="154343" y="217487"/>
                  </a:lnTo>
                  <a:lnTo>
                    <a:pt x="154343" y="120027"/>
                  </a:lnTo>
                  <a:lnTo>
                    <a:pt x="158661" y="115722"/>
                  </a:lnTo>
                  <a:lnTo>
                    <a:pt x="207899" y="115722"/>
                  </a:lnTo>
                  <a:lnTo>
                    <a:pt x="212217" y="120027"/>
                  </a:lnTo>
                  <a:lnTo>
                    <a:pt x="212217" y="57861"/>
                  </a:lnTo>
                  <a:lnTo>
                    <a:pt x="144691" y="57861"/>
                  </a:lnTo>
                  <a:lnTo>
                    <a:pt x="144691" y="100736"/>
                  </a:lnTo>
                  <a:lnTo>
                    <a:pt x="144691" y="217487"/>
                  </a:lnTo>
                  <a:lnTo>
                    <a:pt x="140373" y="221805"/>
                  </a:lnTo>
                  <a:lnTo>
                    <a:pt x="91135" y="221805"/>
                  </a:lnTo>
                  <a:lnTo>
                    <a:pt x="86817" y="217487"/>
                  </a:lnTo>
                  <a:lnTo>
                    <a:pt x="86817" y="144653"/>
                  </a:lnTo>
                  <a:lnTo>
                    <a:pt x="86817" y="100736"/>
                  </a:lnTo>
                  <a:lnTo>
                    <a:pt x="91135" y="96431"/>
                  </a:lnTo>
                  <a:lnTo>
                    <a:pt x="140373" y="96431"/>
                  </a:lnTo>
                  <a:lnTo>
                    <a:pt x="144691" y="100736"/>
                  </a:lnTo>
                  <a:lnTo>
                    <a:pt x="144691" y="57861"/>
                  </a:lnTo>
                  <a:lnTo>
                    <a:pt x="77165" y="57861"/>
                  </a:lnTo>
                  <a:lnTo>
                    <a:pt x="77165" y="148958"/>
                  </a:lnTo>
                  <a:lnTo>
                    <a:pt x="77165" y="217487"/>
                  </a:lnTo>
                  <a:lnTo>
                    <a:pt x="72847" y="221805"/>
                  </a:lnTo>
                  <a:lnTo>
                    <a:pt x="23609" y="221805"/>
                  </a:lnTo>
                  <a:lnTo>
                    <a:pt x="19291" y="217487"/>
                  </a:lnTo>
                  <a:lnTo>
                    <a:pt x="19291" y="148958"/>
                  </a:lnTo>
                  <a:lnTo>
                    <a:pt x="23609" y="144653"/>
                  </a:lnTo>
                  <a:lnTo>
                    <a:pt x="72847" y="144653"/>
                  </a:lnTo>
                  <a:lnTo>
                    <a:pt x="77165" y="148958"/>
                  </a:lnTo>
                  <a:lnTo>
                    <a:pt x="77165" y="57861"/>
                  </a:lnTo>
                  <a:lnTo>
                    <a:pt x="0" y="57861"/>
                  </a:lnTo>
                  <a:lnTo>
                    <a:pt x="0" y="381965"/>
                  </a:lnTo>
                  <a:lnTo>
                    <a:pt x="3784" y="385749"/>
                  </a:lnTo>
                  <a:lnTo>
                    <a:pt x="439254" y="385749"/>
                  </a:lnTo>
                  <a:lnTo>
                    <a:pt x="430606" y="366458"/>
                  </a:lnTo>
                  <a:lnTo>
                    <a:pt x="430149" y="365429"/>
                  </a:lnTo>
                  <a:lnTo>
                    <a:pt x="425119" y="366102"/>
                  </a:lnTo>
                  <a:lnTo>
                    <a:pt x="420001" y="366458"/>
                  </a:lnTo>
                  <a:lnTo>
                    <a:pt x="414794" y="366458"/>
                  </a:lnTo>
                  <a:lnTo>
                    <a:pt x="369785" y="357352"/>
                  </a:lnTo>
                  <a:lnTo>
                    <a:pt x="332981" y="332524"/>
                  </a:lnTo>
                  <a:lnTo>
                    <a:pt x="310324" y="298958"/>
                  </a:lnTo>
                  <a:lnTo>
                    <a:pt x="299034" y="250736"/>
                  </a:lnTo>
                  <a:lnTo>
                    <a:pt x="300266" y="241084"/>
                  </a:lnTo>
                  <a:lnTo>
                    <a:pt x="302742" y="221805"/>
                  </a:lnTo>
                  <a:lnTo>
                    <a:pt x="302780" y="221462"/>
                  </a:lnTo>
                  <a:lnTo>
                    <a:pt x="313397" y="194945"/>
                  </a:lnTo>
                  <a:lnTo>
                    <a:pt x="329920" y="172123"/>
                  </a:lnTo>
                  <a:lnTo>
                    <a:pt x="351383" y="153962"/>
                  </a:lnTo>
                  <a:lnTo>
                    <a:pt x="365899" y="123266"/>
                  </a:lnTo>
                  <a:lnTo>
                    <a:pt x="389026" y="98933"/>
                  </a:lnTo>
                  <a:lnTo>
                    <a:pt x="418833" y="82918"/>
                  </a:lnTo>
                  <a:lnTo>
                    <a:pt x="453377" y="77139"/>
                  </a:lnTo>
                  <a:lnTo>
                    <a:pt x="494639" y="85496"/>
                  </a:lnTo>
                  <a:lnTo>
                    <a:pt x="528383" y="108254"/>
                  </a:lnTo>
                  <a:lnTo>
                    <a:pt x="551141" y="141973"/>
                  </a:lnTo>
                  <a:lnTo>
                    <a:pt x="559485" y="183222"/>
                  </a:lnTo>
                  <a:lnTo>
                    <a:pt x="557479" y="203822"/>
                  </a:lnTo>
                  <a:lnTo>
                    <a:pt x="551713" y="223088"/>
                  </a:lnTo>
                  <a:lnTo>
                    <a:pt x="542556" y="240626"/>
                  </a:lnTo>
                  <a:lnTo>
                    <a:pt x="530415" y="256070"/>
                  </a:lnTo>
                  <a:lnTo>
                    <a:pt x="526364" y="281279"/>
                  </a:lnTo>
                  <a:lnTo>
                    <a:pt x="502246" y="326466"/>
                  </a:lnTo>
                  <a:lnTo>
                    <a:pt x="483781" y="343598"/>
                  </a:lnTo>
                  <a:lnTo>
                    <a:pt x="492455" y="362966"/>
                  </a:lnTo>
                  <a:lnTo>
                    <a:pt x="497319" y="360794"/>
                  </a:lnTo>
                  <a:lnTo>
                    <a:pt x="503034" y="362966"/>
                  </a:lnTo>
                  <a:lnTo>
                    <a:pt x="513245" y="385749"/>
                  </a:lnTo>
                  <a:lnTo>
                    <a:pt x="574992" y="385749"/>
                  </a:lnTo>
                  <a:lnTo>
                    <a:pt x="578789" y="381965"/>
                  </a:lnTo>
                  <a:lnTo>
                    <a:pt x="578789" y="360794"/>
                  </a:lnTo>
                  <a:lnTo>
                    <a:pt x="578789" y="77139"/>
                  </a:lnTo>
                  <a:lnTo>
                    <a:pt x="578789" y="57861"/>
                  </a:lnTo>
                  <a:close/>
                </a:path>
                <a:path w="579119" h="520700">
                  <a:moveTo>
                    <a:pt x="578789" y="4241"/>
                  </a:moveTo>
                  <a:lnTo>
                    <a:pt x="577342" y="4241"/>
                  </a:lnTo>
                  <a:lnTo>
                    <a:pt x="577342" y="431"/>
                  </a:lnTo>
                  <a:lnTo>
                    <a:pt x="173634" y="431"/>
                  </a:lnTo>
                  <a:lnTo>
                    <a:pt x="173634" y="4241"/>
                  </a:lnTo>
                  <a:lnTo>
                    <a:pt x="173634" y="38531"/>
                  </a:lnTo>
                  <a:lnTo>
                    <a:pt x="578789" y="38531"/>
                  </a:lnTo>
                  <a:lnTo>
                    <a:pt x="578789" y="4241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038733" y="7284466"/>
            <a:ext cx="798195" cy="798195"/>
            <a:chOff x="1038733" y="7284466"/>
            <a:chExt cx="798195" cy="798195"/>
          </a:xfrm>
        </p:grpSpPr>
        <p:sp>
          <p:nvSpPr>
            <p:cNvPr id="20" name="object 20"/>
            <p:cNvSpPr/>
            <p:nvPr/>
          </p:nvSpPr>
          <p:spPr>
            <a:xfrm>
              <a:off x="1038733" y="7284466"/>
              <a:ext cx="798195" cy="798195"/>
            </a:xfrm>
            <a:custGeom>
              <a:avLst/>
              <a:gdLst/>
              <a:ahLst/>
              <a:cxnLst/>
              <a:rect l="l" t="t" r="r" b="b"/>
              <a:pathLst>
                <a:path w="798194" h="798195">
                  <a:moveTo>
                    <a:pt x="399160" y="0"/>
                  </a:moveTo>
                  <a:lnTo>
                    <a:pt x="352606" y="2685"/>
                  </a:lnTo>
                  <a:lnTo>
                    <a:pt x="307630" y="10540"/>
                  </a:lnTo>
                  <a:lnTo>
                    <a:pt x="264531" y="23268"/>
                  </a:lnTo>
                  <a:lnTo>
                    <a:pt x="223610" y="40567"/>
                  </a:lnTo>
                  <a:lnTo>
                    <a:pt x="185165" y="62139"/>
                  </a:lnTo>
                  <a:lnTo>
                    <a:pt x="149497" y="87684"/>
                  </a:lnTo>
                  <a:lnTo>
                    <a:pt x="116903" y="116903"/>
                  </a:lnTo>
                  <a:lnTo>
                    <a:pt x="87684" y="149497"/>
                  </a:lnTo>
                  <a:lnTo>
                    <a:pt x="62139" y="185165"/>
                  </a:lnTo>
                  <a:lnTo>
                    <a:pt x="40567" y="223610"/>
                  </a:lnTo>
                  <a:lnTo>
                    <a:pt x="23268" y="264531"/>
                  </a:lnTo>
                  <a:lnTo>
                    <a:pt x="10541" y="307630"/>
                  </a:lnTo>
                  <a:lnTo>
                    <a:pt x="2685" y="352606"/>
                  </a:lnTo>
                  <a:lnTo>
                    <a:pt x="0" y="399160"/>
                  </a:lnTo>
                  <a:lnTo>
                    <a:pt x="2685" y="445690"/>
                  </a:lnTo>
                  <a:lnTo>
                    <a:pt x="10540" y="490644"/>
                  </a:lnTo>
                  <a:lnTo>
                    <a:pt x="23268" y="533724"/>
                  </a:lnTo>
                  <a:lnTo>
                    <a:pt x="40567" y="574630"/>
                  </a:lnTo>
                  <a:lnTo>
                    <a:pt x="62139" y="613062"/>
                  </a:lnTo>
                  <a:lnTo>
                    <a:pt x="87684" y="648721"/>
                  </a:lnTo>
                  <a:lnTo>
                    <a:pt x="116903" y="681307"/>
                  </a:lnTo>
                  <a:lnTo>
                    <a:pt x="149497" y="710520"/>
                  </a:lnTo>
                  <a:lnTo>
                    <a:pt x="185165" y="736061"/>
                  </a:lnTo>
                  <a:lnTo>
                    <a:pt x="223610" y="757630"/>
                  </a:lnTo>
                  <a:lnTo>
                    <a:pt x="264531" y="774928"/>
                  </a:lnTo>
                  <a:lnTo>
                    <a:pt x="307630" y="787654"/>
                  </a:lnTo>
                  <a:lnTo>
                    <a:pt x="352606" y="795509"/>
                  </a:lnTo>
                  <a:lnTo>
                    <a:pt x="399160" y="798194"/>
                  </a:lnTo>
                  <a:lnTo>
                    <a:pt x="445690" y="795509"/>
                  </a:lnTo>
                  <a:lnTo>
                    <a:pt x="490644" y="787654"/>
                  </a:lnTo>
                  <a:lnTo>
                    <a:pt x="533724" y="774928"/>
                  </a:lnTo>
                  <a:lnTo>
                    <a:pt x="574630" y="757630"/>
                  </a:lnTo>
                  <a:lnTo>
                    <a:pt x="613062" y="736061"/>
                  </a:lnTo>
                  <a:lnTo>
                    <a:pt x="648721" y="710520"/>
                  </a:lnTo>
                  <a:lnTo>
                    <a:pt x="681307" y="681307"/>
                  </a:lnTo>
                  <a:lnTo>
                    <a:pt x="710520" y="648721"/>
                  </a:lnTo>
                  <a:lnTo>
                    <a:pt x="736061" y="613062"/>
                  </a:lnTo>
                  <a:lnTo>
                    <a:pt x="757630" y="574630"/>
                  </a:lnTo>
                  <a:lnTo>
                    <a:pt x="774928" y="533724"/>
                  </a:lnTo>
                  <a:lnTo>
                    <a:pt x="787654" y="490644"/>
                  </a:lnTo>
                  <a:lnTo>
                    <a:pt x="795509" y="445690"/>
                  </a:lnTo>
                  <a:lnTo>
                    <a:pt x="798194" y="399160"/>
                  </a:lnTo>
                  <a:lnTo>
                    <a:pt x="795509" y="352606"/>
                  </a:lnTo>
                  <a:lnTo>
                    <a:pt x="787654" y="307630"/>
                  </a:lnTo>
                  <a:lnTo>
                    <a:pt x="774928" y="264531"/>
                  </a:lnTo>
                  <a:lnTo>
                    <a:pt x="757630" y="223610"/>
                  </a:lnTo>
                  <a:lnTo>
                    <a:pt x="736061" y="185165"/>
                  </a:lnTo>
                  <a:lnTo>
                    <a:pt x="710520" y="149497"/>
                  </a:lnTo>
                  <a:lnTo>
                    <a:pt x="681307" y="116903"/>
                  </a:lnTo>
                  <a:lnTo>
                    <a:pt x="648721" y="87684"/>
                  </a:lnTo>
                  <a:lnTo>
                    <a:pt x="613062" y="62139"/>
                  </a:lnTo>
                  <a:lnTo>
                    <a:pt x="574630" y="40567"/>
                  </a:lnTo>
                  <a:lnTo>
                    <a:pt x="533724" y="23268"/>
                  </a:lnTo>
                  <a:lnTo>
                    <a:pt x="490644" y="10540"/>
                  </a:lnTo>
                  <a:lnTo>
                    <a:pt x="445690" y="2685"/>
                  </a:lnTo>
                  <a:lnTo>
                    <a:pt x="399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26853" y="7495814"/>
              <a:ext cx="622300" cy="375920"/>
            </a:xfrm>
            <a:custGeom>
              <a:avLst/>
              <a:gdLst/>
              <a:ahLst/>
              <a:cxnLst/>
              <a:rect l="l" t="t" r="r" b="b"/>
              <a:pathLst>
                <a:path w="622300" h="375920">
                  <a:moveTo>
                    <a:pt x="149240" y="81635"/>
                  </a:moveTo>
                  <a:lnTo>
                    <a:pt x="87502" y="102290"/>
                  </a:lnTo>
                  <a:lnTo>
                    <a:pt x="58541" y="153537"/>
                  </a:lnTo>
                  <a:lnTo>
                    <a:pt x="34096" y="172853"/>
                  </a:lnTo>
                  <a:lnTo>
                    <a:pt x="15672" y="197129"/>
                  </a:lnTo>
                  <a:lnTo>
                    <a:pt x="4047" y="225090"/>
                  </a:lnTo>
                  <a:lnTo>
                    <a:pt x="0" y="255462"/>
                  </a:lnTo>
                  <a:lnTo>
                    <a:pt x="9786" y="302173"/>
                  </a:lnTo>
                  <a:lnTo>
                    <a:pt x="36460" y="340361"/>
                  </a:lnTo>
                  <a:lnTo>
                    <a:pt x="75989" y="366130"/>
                  </a:lnTo>
                  <a:lnTo>
                    <a:pt x="124344" y="375585"/>
                  </a:lnTo>
                  <a:lnTo>
                    <a:pt x="468271" y="375585"/>
                  </a:lnTo>
                  <a:lnTo>
                    <a:pt x="516840" y="367995"/>
                  </a:lnTo>
                  <a:lnTo>
                    <a:pt x="547853" y="352479"/>
                  </a:lnTo>
                  <a:lnTo>
                    <a:pt x="124344" y="352479"/>
                  </a:lnTo>
                  <a:lnTo>
                    <a:pt x="85289" y="344842"/>
                  </a:lnTo>
                  <a:lnTo>
                    <a:pt x="53362" y="324030"/>
                  </a:lnTo>
                  <a:lnTo>
                    <a:pt x="31820" y="293187"/>
                  </a:lnTo>
                  <a:lnTo>
                    <a:pt x="23916" y="255462"/>
                  </a:lnTo>
                  <a:lnTo>
                    <a:pt x="27510" y="229768"/>
                  </a:lnTo>
                  <a:lnTo>
                    <a:pt x="37808" y="206271"/>
                  </a:lnTo>
                  <a:lnTo>
                    <a:pt x="54083" y="186161"/>
                  </a:lnTo>
                  <a:lnTo>
                    <a:pt x="75609" y="170625"/>
                  </a:lnTo>
                  <a:lnTo>
                    <a:pt x="79158" y="168722"/>
                  </a:lnTo>
                  <a:lnTo>
                    <a:pt x="81462" y="165211"/>
                  </a:lnTo>
                  <a:lnTo>
                    <a:pt x="81736" y="161306"/>
                  </a:lnTo>
                  <a:lnTo>
                    <a:pt x="87708" y="139525"/>
                  </a:lnTo>
                  <a:lnTo>
                    <a:pt x="87828" y="139088"/>
                  </a:lnTo>
                  <a:lnTo>
                    <a:pt x="101552" y="121131"/>
                  </a:lnTo>
                  <a:lnTo>
                    <a:pt x="121037" y="109121"/>
                  </a:lnTo>
                  <a:lnTo>
                    <a:pt x="144416" y="104744"/>
                  </a:lnTo>
                  <a:lnTo>
                    <a:pt x="172750" y="104744"/>
                  </a:lnTo>
                  <a:lnTo>
                    <a:pt x="174586" y="101854"/>
                  </a:lnTo>
                  <a:lnTo>
                    <a:pt x="190348" y="82891"/>
                  </a:lnTo>
                  <a:lnTo>
                    <a:pt x="159367" y="82891"/>
                  </a:lnTo>
                  <a:lnTo>
                    <a:pt x="154068" y="82026"/>
                  </a:lnTo>
                  <a:lnTo>
                    <a:pt x="149240" y="81635"/>
                  </a:lnTo>
                  <a:close/>
                </a:path>
                <a:path w="622300" h="375920">
                  <a:moveTo>
                    <a:pt x="412561" y="23120"/>
                  </a:moveTo>
                  <a:lnTo>
                    <a:pt x="319996" y="23120"/>
                  </a:lnTo>
                  <a:lnTo>
                    <a:pt x="361748" y="28117"/>
                  </a:lnTo>
                  <a:lnTo>
                    <a:pt x="400379" y="42552"/>
                  </a:lnTo>
                  <a:lnTo>
                    <a:pt x="434272" y="65589"/>
                  </a:lnTo>
                  <a:lnTo>
                    <a:pt x="461810" y="96393"/>
                  </a:lnTo>
                  <a:lnTo>
                    <a:pt x="463974" y="99517"/>
                  </a:lnTo>
                  <a:lnTo>
                    <a:pt x="467756" y="101525"/>
                  </a:lnTo>
                  <a:lnTo>
                    <a:pt x="520739" y="112312"/>
                  </a:lnTo>
                  <a:lnTo>
                    <a:pt x="561026" y="139525"/>
                  </a:lnTo>
                  <a:lnTo>
                    <a:pt x="588209" y="179097"/>
                  </a:lnTo>
                  <a:lnTo>
                    <a:pt x="598182" y="226958"/>
                  </a:lnTo>
                  <a:lnTo>
                    <a:pt x="587958" y="275772"/>
                  </a:lnTo>
                  <a:lnTo>
                    <a:pt x="560091" y="315675"/>
                  </a:lnTo>
                  <a:lnTo>
                    <a:pt x="518792" y="342600"/>
                  </a:lnTo>
                  <a:lnTo>
                    <a:pt x="468271" y="352479"/>
                  </a:lnTo>
                  <a:lnTo>
                    <a:pt x="547853" y="352479"/>
                  </a:lnTo>
                  <a:lnTo>
                    <a:pt x="559064" y="346870"/>
                  </a:lnTo>
                  <a:lnTo>
                    <a:pt x="592388" y="314677"/>
                  </a:lnTo>
                  <a:lnTo>
                    <a:pt x="614257" y="273884"/>
                  </a:lnTo>
                  <a:lnTo>
                    <a:pt x="622115" y="226958"/>
                  </a:lnTo>
                  <a:lnTo>
                    <a:pt x="619242" y="198178"/>
                  </a:lnTo>
                  <a:lnTo>
                    <a:pt x="597061" y="145607"/>
                  </a:lnTo>
                  <a:lnTo>
                    <a:pt x="556700" y="105329"/>
                  </a:lnTo>
                  <a:lnTo>
                    <a:pt x="506093" y="82891"/>
                  </a:lnTo>
                  <a:lnTo>
                    <a:pt x="478200" y="78684"/>
                  </a:lnTo>
                  <a:lnTo>
                    <a:pt x="446942" y="45556"/>
                  </a:lnTo>
                  <a:lnTo>
                    <a:pt x="412561" y="23120"/>
                  </a:lnTo>
                  <a:close/>
                </a:path>
                <a:path w="622300" h="375920">
                  <a:moveTo>
                    <a:pt x="172750" y="104744"/>
                  </a:moveTo>
                  <a:lnTo>
                    <a:pt x="150065" y="104744"/>
                  </a:lnTo>
                  <a:lnTo>
                    <a:pt x="155714" y="105482"/>
                  </a:lnTo>
                  <a:lnTo>
                    <a:pt x="166337" y="108313"/>
                  </a:lnTo>
                  <a:lnTo>
                    <a:pt x="171798" y="106241"/>
                  </a:lnTo>
                  <a:lnTo>
                    <a:pt x="172750" y="104744"/>
                  </a:lnTo>
                  <a:close/>
                </a:path>
                <a:path w="622300" h="375920">
                  <a:moveTo>
                    <a:pt x="319996" y="0"/>
                  </a:moveTo>
                  <a:lnTo>
                    <a:pt x="272378" y="5626"/>
                  </a:lnTo>
                  <a:lnTo>
                    <a:pt x="228536" y="21903"/>
                  </a:lnTo>
                  <a:lnTo>
                    <a:pt x="190134" y="47929"/>
                  </a:lnTo>
                  <a:lnTo>
                    <a:pt x="158754" y="82891"/>
                  </a:lnTo>
                  <a:lnTo>
                    <a:pt x="190348" y="82891"/>
                  </a:lnTo>
                  <a:lnTo>
                    <a:pt x="202103" y="68749"/>
                  </a:lnTo>
                  <a:lnTo>
                    <a:pt x="236616" y="43996"/>
                  </a:lnTo>
                  <a:lnTo>
                    <a:pt x="276467" y="28488"/>
                  </a:lnTo>
                  <a:lnTo>
                    <a:pt x="319996" y="23120"/>
                  </a:lnTo>
                  <a:lnTo>
                    <a:pt x="412561" y="23120"/>
                  </a:lnTo>
                  <a:lnTo>
                    <a:pt x="409040" y="20823"/>
                  </a:lnTo>
                  <a:lnTo>
                    <a:pt x="366167" y="5349"/>
                  </a:lnTo>
                  <a:lnTo>
                    <a:pt x="31999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8319" y="7589194"/>
              <a:ext cx="239180" cy="23106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8410320" y="2401697"/>
            <a:ext cx="6148070" cy="6158230"/>
            <a:chOff x="8410320" y="2401697"/>
            <a:chExt cx="6148070" cy="6158230"/>
          </a:xfrm>
        </p:grpSpPr>
        <p:sp>
          <p:nvSpPr>
            <p:cNvPr id="24" name="object 24"/>
            <p:cNvSpPr/>
            <p:nvPr/>
          </p:nvSpPr>
          <p:spPr>
            <a:xfrm>
              <a:off x="11488927" y="2411222"/>
              <a:ext cx="3069590" cy="4017645"/>
            </a:xfrm>
            <a:custGeom>
              <a:avLst/>
              <a:gdLst/>
              <a:ahLst/>
              <a:cxnLst/>
              <a:rect l="l" t="t" r="r" b="b"/>
              <a:pathLst>
                <a:path w="3069590" h="4017645">
                  <a:moveTo>
                    <a:pt x="0" y="0"/>
                  </a:moveTo>
                  <a:lnTo>
                    <a:pt x="0" y="3069081"/>
                  </a:lnTo>
                  <a:lnTo>
                    <a:pt x="2918841" y="4017391"/>
                  </a:lnTo>
                  <a:lnTo>
                    <a:pt x="2934137" y="3968929"/>
                  </a:lnTo>
                  <a:lnTo>
                    <a:pt x="2948624" y="3920247"/>
                  </a:lnTo>
                  <a:lnTo>
                    <a:pt x="2962298" y="3871353"/>
                  </a:lnTo>
                  <a:lnTo>
                    <a:pt x="2975158" y="3822259"/>
                  </a:lnTo>
                  <a:lnTo>
                    <a:pt x="2987202" y="3772976"/>
                  </a:lnTo>
                  <a:lnTo>
                    <a:pt x="2998428" y="3723514"/>
                  </a:lnTo>
                  <a:lnTo>
                    <a:pt x="3008834" y="3673883"/>
                  </a:lnTo>
                  <a:lnTo>
                    <a:pt x="3018419" y="3624095"/>
                  </a:lnTo>
                  <a:lnTo>
                    <a:pt x="3027180" y="3574161"/>
                  </a:lnTo>
                  <a:lnTo>
                    <a:pt x="3035116" y="3524090"/>
                  </a:lnTo>
                  <a:lnTo>
                    <a:pt x="3042224" y="3473893"/>
                  </a:lnTo>
                  <a:lnTo>
                    <a:pt x="3048504" y="3423582"/>
                  </a:lnTo>
                  <a:lnTo>
                    <a:pt x="3053952" y="3373166"/>
                  </a:lnTo>
                  <a:lnTo>
                    <a:pt x="3058567" y="3322657"/>
                  </a:lnTo>
                  <a:lnTo>
                    <a:pt x="3062347" y="3272065"/>
                  </a:lnTo>
                  <a:lnTo>
                    <a:pt x="3065291" y="3221401"/>
                  </a:lnTo>
                  <a:lnTo>
                    <a:pt x="3067395" y="3170675"/>
                  </a:lnTo>
                  <a:lnTo>
                    <a:pt x="3068660" y="3119898"/>
                  </a:lnTo>
                  <a:lnTo>
                    <a:pt x="3069081" y="3069081"/>
                  </a:lnTo>
                  <a:lnTo>
                    <a:pt x="3068708" y="3020739"/>
                  </a:lnTo>
                  <a:lnTo>
                    <a:pt x="3067593" y="2972577"/>
                  </a:lnTo>
                  <a:lnTo>
                    <a:pt x="3065741" y="2924601"/>
                  </a:lnTo>
                  <a:lnTo>
                    <a:pt x="3063157" y="2876815"/>
                  </a:lnTo>
                  <a:lnTo>
                    <a:pt x="3059847" y="2829227"/>
                  </a:lnTo>
                  <a:lnTo>
                    <a:pt x="3055817" y="2781840"/>
                  </a:lnTo>
                  <a:lnTo>
                    <a:pt x="3051072" y="2734660"/>
                  </a:lnTo>
                  <a:lnTo>
                    <a:pt x="3045617" y="2687694"/>
                  </a:lnTo>
                  <a:lnTo>
                    <a:pt x="3039458" y="2640946"/>
                  </a:lnTo>
                  <a:lnTo>
                    <a:pt x="3032600" y="2594422"/>
                  </a:lnTo>
                  <a:lnTo>
                    <a:pt x="3025049" y="2548127"/>
                  </a:lnTo>
                  <a:lnTo>
                    <a:pt x="3016810" y="2502067"/>
                  </a:lnTo>
                  <a:lnTo>
                    <a:pt x="3007889" y="2456247"/>
                  </a:lnTo>
                  <a:lnTo>
                    <a:pt x="2998291" y="2410673"/>
                  </a:lnTo>
                  <a:lnTo>
                    <a:pt x="2988021" y="2365350"/>
                  </a:lnTo>
                  <a:lnTo>
                    <a:pt x="2977086" y="2320283"/>
                  </a:lnTo>
                  <a:lnTo>
                    <a:pt x="2965490" y="2275479"/>
                  </a:lnTo>
                  <a:lnTo>
                    <a:pt x="2953239" y="2230942"/>
                  </a:lnTo>
                  <a:lnTo>
                    <a:pt x="2940339" y="2186678"/>
                  </a:lnTo>
                  <a:lnTo>
                    <a:pt x="2926795" y="2142692"/>
                  </a:lnTo>
                  <a:lnTo>
                    <a:pt x="2912611" y="2098990"/>
                  </a:lnTo>
                  <a:lnTo>
                    <a:pt x="2897795" y="2055578"/>
                  </a:lnTo>
                  <a:lnTo>
                    <a:pt x="2882351" y="2012461"/>
                  </a:lnTo>
                  <a:lnTo>
                    <a:pt x="2866285" y="1969643"/>
                  </a:lnTo>
                  <a:lnTo>
                    <a:pt x="2849602" y="1927132"/>
                  </a:lnTo>
                  <a:lnTo>
                    <a:pt x="2832307" y="1884931"/>
                  </a:lnTo>
                  <a:lnTo>
                    <a:pt x="2814407" y="1843047"/>
                  </a:lnTo>
                  <a:lnTo>
                    <a:pt x="2795906" y="1801485"/>
                  </a:lnTo>
                  <a:lnTo>
                    <a:pt x="2776810" y="1760251"/>
                  </a:lnTo>
                  <a:lnTo>
                    <a:pt x="2757125" y="1719350"/>
                  </a:lnTo>
                  <a:lnTo>
                    <a:pt x="2736856" y="1678787"/>
                  </a:lnTo>
                  <a:lnTo>
                    <a:pt x="2716008" y="1638568"/>
                  </a:lnTo>
                  <a:lnTo>
                    <a:pt x="2694587" y="1598699"/>
                  </a:lnTo>
                  <a:lnTo>
                    <a:pt x="2672598" y="1559184"/>
                  </a:lnTo>
                  <a:lnTo>
                    <a:pt x="2650047" y="1520030"/>
                  </a:lnTo>
                  <a:lnTo>
                    <a:pt x="2626940" y="1481241"/>
                  </a:lnTo>
                  <a:lnTo>
                    <a:pt x="2603281" y="1442823"/>
                  </a:lnTo>
                  <a:lnTo>
                    <a:pt x="2579076" y="1404783"/>
                  </a:lnTo>
                  <a:lnTo>
                    <a:pt x="2554331" y="1367124"/>
                  </a:lnTo>
                  <a:lnTo>
                    <a:pt x="2529051" y="1329853"/>
                  </a:lnTo>
                  <a:lnTo>
                    <a:pt x="2503241" y="1292974"/>
                  </a:lnTo>
                  <a:lnTo>
                    <a:pt x="2476908" y="1256495"/>
                  </a:lnTo>
                  <a:lnTo>
                    <a:pt x="2450056" y="1220419"/>
                  </a:lnTo>
                  <a:lnTo>
                    <a:pt x="2422691" y="1184753"/>
                  </a:lnTo>
                  <a:lnTo>
                    <a:pt x="2394818" y="1149501"/>
                  </a:lnTo>
                  <a:lnTo>
                    <a:pt x="2366443" y="1114670"/>
                  </a:lnTo>
                  <a:lnTo>
                    <a:pt x="2337572" y="1080265"/>
                  </a:lnTo>
                  <a:lnTo>
                    <a:pt x="2308209" y="1046291"/>
                  </a:lnTo>
                  <a:lnTo>
                    <a:pt x="2278360" y="1012753"/>
                  </a:lnTo>
                  <a:lnTo>
                    <a:pt x="2248032" y="979658"/>
                  </a:lnTo>
                  <a:lnTo>
                    <a:pt x="2217228" y="947010"/>
                  </a:lnTo>
                  <a:lnTo>
                    <a:pt x="2185955" y="914815"/>
                  </a:lnTo>
                  <a:lnTo>
                    <a:pt x="2154218" y="883079"/>
                  </a:lnTo>
                  <a:lnTo>
                    <a:pt x="2122022" y="851807"/>
                  </a:lnTo>
                  <a:lnTo>
                    <a:pt x="2089373" y="821004"/>
                  </a:lnTo>
                  <a:lnTo>
                    <a:pt x="2056277" y="790676"/>
                  </a:lnTo>
                  <a:lnTo>
                    <a:pt x="2022739" y="760829"/>
                  </a:lnTo>
                  <a:lnTo>
                    <a:pt x="1988764" y="731467"/>
                  </a:lnTo>
                  <a:lnTo>
                    <a:pt x="1954358" y="702597"/>
                  </a:lnTo>
                  <a:lnTo>
                    <a:pt x="1919526" y="674223"/>
                  </a:lnTo>
                  <a:lnTo>
                    <a:pt x="1884274" y="646351"/>
                  </a:lnTo>
                  <a:lnTo>
                    <a:pt x="1848607" y="618987"/>
                  </a:lnTo>
                  <a:lnTo>
                    <a:pt x="1812531" y="592136"/>
                  </a:lnTo>
                  <a:lnTo>
                    <a:pt x="1776051" y="565804"/>
                  </a:lnTo>
                  <a:lnTo>
                    <a:pt x="1739173" y="539996"/>
                  </a:lnTo>
                  <a:lnTo>
                    <a:pt x="1701901" y="514717"/>
                  </a:lnTo>
                  <a:lnTo>
                    <a:pt x="1664242" y="489973"/>
                  </a:lnTo>
                  <a:lnTo>
                    <a:pt x="1626201" y="465770"/>
                  </a:lnTo>
                  <a:lnTo>
                    <a:pt x="1587784" y="442112"/>
                  </a:lnTo>
                  <a:lnTo>
                    <a:pt x="1548995" y="419005"/>
                  </a:lnTo>
                  <a:lnTo>
                    <a:pt x="1509841" y="396456"/>
                  </a:lnTo>
                  <a:lnTo>
                    <a:pt x="1470326" y="374468"/>
                  </a:lnTo>
                  <a:lnTo>
                    <a:pt x="1430457" y="353048"/>
                  </a:lnTo>
                  <a:lnTo>
                    <a:pt x="1390238" y="332202"/>
                  </a:lnTo>
                  <a:lnTo>
                    <a:pt x="1349676" y="311934"/>
                  </a:lnTo>
                  <a:lnTo>
                    <a:pt x="1308775" y="292250"/>
                  </a:lnTo>
                  <a:lnTo>
                    <a:pt x="1267541" y="273155"/>
                  </a:lnTo>
                  <a:lnTo>
                    <a:pt x="1225980" y="254655"/>
                  </a:lnTo>
                  <a:lnTo>
                    <a:pt x="1184097" y="236756"/>
                  </a:lnTo>
                  <a:lnTo>
                    <a:pt x="1141897" y="219463"/>
                  </a:lnTo>
                  <a:lnTo>
                    <a:pt x="1099386" y="202781"/>
                  </a:lnTo>
                  <a:lnTo>
                    <a:pt x="1056570" y="186716"/>
                  </a:lnTo>
                  <a:lnTo>
                    <a:pt x="1013453" y="171273"/>
                  </a:lnTo>
                  <a:lnTo>
                    <a:pt x="970042" y="156457"/>
                  </a:lnTo>
                  <a:lnTo>
                    <a:pt x="926341" y="142275"/>
                  </a:lnTo>
                  <a:lnTo>
                    <a:pt x="882357" y="128732"/>
                  </a:lnTo>
                  <a:lnTo>
                    <a:pt x="838094" y="115832"/>
                  </a:lnTo>
                  <a:lnTo>
                    <a:pt x="793559" y="103582"/>
                  </a:lnTo>
                  <a:lnTo>
                    <a:pt x="748756" y="91987"/>
                  </a:lnTo>
                  <a:lnTo>
                    <a:pt x="703691" y="81053"/>
                  </a:lnTo>
                  <a:lnTo>
                    <a:pt x="658370" y="70784"/>
                  </a:lnTo>
                  <a:lnTo>
                    <a:pt x="612798" y="61187"/>
                  </a:lnTo>
                  <a:lnTo>
                    <a:pt x="566980" y="52267"/>
                  </a:lnTo>
                  <a:lnTo>
                    <a:pt x="520922" y="44028"/>
                  </a:lnTo>
                  <a:lnTo>
                    <a:pt x="474629" y="36478"/>
                  </a:lnTo>
                  <a:lnTo>
                    <a:pt x="428108" y="29621"/>
                  </a:lnTo>
                  <a:lnTo>
                    <a:pt x="381362" y="23462"/>
                  </a:lnTo>
                  <a:lnTo>
                    <a:pt x="334398" y="18008"/>
                  </a:lnTo>
                  <a:lnTo>
                    <a:pt x="287222" y="13263"/>
                  </a:lnTo>
                  <a:lnTo>
                    <a:pt x="239838" y="9233"/>
                  </a:lnTo>
                  <a:lnTo>
                    <a:pt x="192252" y="5923"/>
                  </a:lnTo>
                  <a:lnTo>
                    <a:pt x="144470" y="3340"/>
                  </a:lnTo>
                  <a:lnTo>
                    <a:pt x="96497" y="1488"/>
                  </a:lnTo>
                  <a:lnTo>
                    <a:pt x="48338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40491" y="5480304"/>
              <a:ext cx="3867785" cy="3070225"/>
            </a:xfrm>
            <a:custGeom>
              <a:avLst/>
              <a:gdLst/>
              <a:ahLst/>
              <a:cxnLst/>
              <a:rect l="l" t="t" r="r" b="b"/>
              <a:pathLst>
                <a:path w="3867784" h="3070225">
                  <a:moveTo>
                    <a:pt x="948435" y="0"/>
                  </a:moveTo>
                  <a:lnTo>
                    <a:pt x="0" y="2918841"/>
                  </a:lnTo>
                  <a:lnTo>
                    <a:pt x="46088" y="2933423"/>
                  </a:lnTo>
                  <a:lnTo>
                    <a:pt x="92235" y="2947243"/>
                  </a:lnTo>
                  <a:lnTo>
                    <a:pt x="138434" y="2960306"/>
                  </a:lnTo>
                  <a:lnTo>
                    <a:pt x="184676" y="2972614"/>
                  </a:lnTo>
                  <a:lnTo>
                    <a:pt x="230956" y="2984171"/>
                  </a:lnTo>
                  <a:lnTo>
                    <a:pt x="277267" y="2994980"/>
                  </a:lnTo>
                  <a:lnTo>
                    <a:pt x="323602" y="3005045"/>
                  </a:lnTo>
                  <a:lnTo>
                    <a:pt x="369953" y="3014370"/>
                  </a:lnTo>
                  <a:lnTo>
                    <a:pt x="416315" y="3022957"/>
                  </a:lnTo>
                  <a:lnTo>
                    <a:pt x="462679" y="3030811"/>
                  </a:lnTo>
                  <a:lnTo>
                    <a:pt x="509040" y="3037935"/>
                  </a:lnTo>
                  <a:lnTo>
                    <a:pt x="555390" y="3044332"/>
                  </a:lnTo>
                  <a:lnTo>
                    <a:pt x="601723" y="3050006"/>
                  </a:lnTo>
                  <a:lnTo>
                    <a:pt x="648031" y="3054961"/>
                  </a:lnTo>
                  <a:lnTo>
                    <a:pt x="694308" y="3059200"/>
                  </a:lnTo>
                  <a:lnTo>
                    <a:pt x="740547" y="3062726"/>
                  </a:lnTo>
                  <a:lnTo>
                    <a:pt x="786741" y="3065542"/>
                  </a:lnTo>
                  <a:lnTo>
                    <a:pt x="832883" y="3067654"/>
                  </a:lnTo>
                  <a:lnTo>
                    <a:pt x="878966" y="3069063"/>
                  </a:lnTo>
                  <a:lnTo>
                    <a:pt x="924984" y="3069774"/>
                  </a:lnTo>
                  <a:lnTo>
                    <a:pt x="970929" y="3069790"/>
                  </a:lnTo>
                  <a:lnTo>
                    <a:pt x="1016794" y="3069114"/>
                  </a:lnTo>
                  <a:lnTo>
                    <a:pt x="1062573" y="3067750"/>
                  </a:lnTo>
                  <a:lnTo>
                    <a:pt x="1108259" y="3065702"/>
                  </a:lnTo>
                  <a:lnTo>
                    <a:pt x="1153845" y="3062972"/>
                  </a:lnTo>
                  <a:lnTo>
                    <a:pt x="1199324" y="3059565"/>
                  </a:lnTo>
                  <a:lnTo>
                    <a:pt x="1244690" y="3055484"/>
                  </a:lnTo>
                  <a:lnTo>
                    <a:pt x="1289934" y="3050733"/>
                  </a:lnTo>
                  <a:lnTo>
                    <a:pt x="1335051" y="3045314"/>
                  </a:lnTo>
                  <a:lnTo>
                    <a:pt x="1380033" y="3039232"/>
                  </a:lnTo>
                  <a:lnTo>
                    <a:pt x="1424874" y="3032490"/>
                  </a:lnTo>
                  <a:lnTo>
                    <a:pt x="1469567" y="3025091"/>
                  </a:lnTo>
                  <a:lnTo>
                    <a:pt x="1514105" y="3017040"/>
                  </a:lnTo>
                  <a:lnTo>
                    <a:pt x="1558481" y="3008339"/>
                  </a:lnTo>
                  <a:lnTo>
                    <a:pt x="1602688" y="2998992"/>
                  </a:lnTo>
                  <a:lnTo>
                    <a:pt x="1646719" y="2989002"/>
                  </a:lnTo>
                  <a:lnTo>
                    <a:pt x="1690568" y="2978373"/>
                  </a:lnTo>
                  <a:lnTo>
                    <a:pt x="1734227" y="2967109"/>
                  </a:lnTo>
                  <a:lnTo>
                    <a:pt x="1777689" y="2955213"/>
                  </a:lnTo>
                  <a:lnTo>
                    <a:pt x="1820949" y="2942689"/>
                  </a:lnTo>
                  <a:lnTo>
                    <a:pt x="1863998" y="2929539"/>
                  </a:lnTo>
                  <a:lnTo>
                    <a:pt x="1906830" y="2915768"/>
                  </a:lnTo>
                  <a:lnTo>
                    <a:pt x="1949439" y="2901379"/>
                  </a:lnTo>
                  <a:lnTo>
                    <a:pt x="1991816" y="2886376"/>
                  </a:lnTo>
                  <a:lnTo>
                    <a:pt x="2033956" y="2870761"/>
                  </a:lnTo>
                  <a:lnTo>
                    <a:pt x="2075852" y="2854539"/>
                  </a:lnTo>
                  <a:lnTo>
                    <a:pt x="2117496" y="2837713"/>
                  </a:lnTo>
                  <a:lnTo>
                    <a:pt x="2158882" y="2820287"/>
                  </a:lnTo>
                  <a:lnTo>
                    <a:pt x="2200002" y="2802264"/>
                  </a:lnTo>
                  <a:lnTo>
                    <a:pt x="2240851" y="2783647"/>
                  </a:lnTo>
                  <a:lnTo>
                    <a:pt x="2281420" y="2764440"/>
                  </a:lnTo>
                  <a:lnTo>
                    <a:pt x="2321704" y="2744647"/>
                  </a:lnTo>
                  <a:lnTo>
                    <a:pt x="2361695" y="2724271"/>
                  </a:lnTo>
                  <a:lnTo>
                    <a:pt x="2401387" y="2703316"/>
                  </a:lnTo>
                  <a:lnTo>
                    <a:pt x="2440772" y="2681784"/>
                  </a:lnTo>
                  <a:lnTo>
                    <a:pt x="2479844" y="2659680"/>
                  </a:lnTo>
                  <a:lnTo>
                    <a:pt x="2518595" y="2637007"/>
                  </a:lnTo>
                  <a:lnTo>
                    <a:pt x="2557020" y="2613769"/>
                  </a:lnTo>
                  <a:lnTo>
                    <a:pt x="2595110" y="2589969"/>
                  </a:lnTo>
                  <a:lnTo>
                    <a:pt x="2632860" y="2565610"/>
                  </a:lnTo>
                  <a:lnTo>
                    <a:pt x="2670262" y="2540697"/>
                  </a:lnTo>
                  <a:lnTo>
                    <a:pt x="2707309" y="2515232"/>
                  </a:lnTo>
                  <a:lnTo>
                    <a:pt x="2743995" y="2489219"/>
                  </a:lnTo>
                  <a:lnTo>
                    <a:pt x="2780313" y="2462662"/>
                  </a:lnTo>
                  <a:lnTo>
                    <a:pt x="2816255" y="2435563"/>
                  </a:lnTo>
                  <a:lnTo>
                    <a:pt x="2851815" y="2407928"/>
                  </a:lnTo>
                  <a:lnTo>
                    <a:pt x="2886986" y="2379758"/>
                  </a:lnTo>
                  <a:lnTo>
                    <a:pt x="2921761" y="2351058"/>
                  </a:lnTo>
                  <a:lnTo>
                    <a:pt x="2956134" y="2321832"/>
                  </a:lnTo>
                  <a:lnTo>
                    <a:pt x="2990097" y="2292081"/>
                  </a:lnTo>
                  <a:lnTo>
                    <a:pt x="3023643" y="2261811"/>
                  </a:lnTo>
                  <a:lnTo>
                    <a:pt x="3056766" y="2231025"/>
                  </a:lnTo>
                  <a:lnTo>
                    <a:pt x="3089459" y="2199726"/>
                  </a:lnTo>
                  <a:lnTo>
                    <a:pt x="3121715" y="2167917"/>
                  </a:lnTo>
                  <a:lnTo>
                    <a:pt x="3153526" y="2135602"/>
                  </a:lnTo>
                  <a:lnTo>
                    <a:pt x="3184887" y="2102785"/>
                  </a:lnTo>
                  <a:lnTo>
                    <a:pt x="3215790" y="2069469"/>
                  </a:lnTo>
                  <a:lnTo>
                    <a:pt x="3246228" y="2035658"/>
                  </a:lnTo>
                  <a:lnTo>
                    <a:pt x="3276194" y="2001355"/>
                  </a:lnTo>
                  <a:lnTo>
                    <a:pt x="3305683" y="1966564"/>
                  </a:lnTo>
                  <a:lnTo>
                    <a:pt x="3334685" y="1931288"/>
                  </a:lnTo>
                  <a:lnTo>
                    <a:pt x="3363196" y="1895530"/>
                  </a:lnTo>
                  <a:lnTo>
                    <a:pt x="3391208" y="1859294"/>
                  </a:lnTo>
                  <a:lnTo>
                    <a:pt x="3418714" y="1822585"/>
                  </a:lnTo>
                  <a:lnTo>
                    <a:pt x="3445706" y="1785404"/>
                  </a:lnTo>
                  <a:lnTo>
                    <a:pt x="3472180" y="1747756"/>
                  </a:lnTo>
                  <a:lnTo>
                    <a:pt x="3498126" y="1709644"/>
                  </a:lnTo>
                  <a:lnTo>
                    <a:pt x="3523539" y="1671072"/>
                  </a:lnTo>
                  <a:lnTo>
                    <a:pt x="3548412" y="1632043"/>
                  </a:lnTo>
                  <a:lnTo>
                    <a:pt x="3572738" y="1592561"/>
                  </a:lnTo>
                  <a:lnTo>
                    <a:pt x="3596509" y="1552628"/>
                  </a:lnTo>
                  <a:lnTo>
                    <a:pt x="3619720" y="1512250"/>
                  </a:lnTo>
                  <a:lnTo>
                    <a:pt x="3642362" y="1471429"/>
                  </a:lnTo>
                  <a:lnTo>
                    <a:pt x="3664430" y="1430168"/>
                  </a:lnTo>
                  <a:lnTo>
                    <a:pt x="3685916" y="1388472"/>
                  </a:lnTo>
                  <a:lnTo>
                    <a:pt x="3706814" y="1346343"/>
                  </a:lnTo>
                  <a:lnTo>
                    <a:pt x="3727116" y="1303785"/>
                  </a:lnTo>
                  <a:lnTo>
                    <a:pt x="3746817" y="1260803"/>
                  </a:lnTo>
                  <a:lnTo>
                    <a:pt x="3765908" y="1217398"/>
                  </a:lnTo>
                  <a:lnTo>
                    <a:pt x="3784383" y="1173575"/>
                  </a:lnTo>
                  <a:lnTo>
                    <a:pt x="3802235" y="1129337"/>
                  </a:lnTo>
                  <a:lnTo>
                    <a:pt x="3819457" y="1084688"/>
                  </a:lnTo>
                  <a:lnTo>
                    <a:pt x="3836043" y="1039631"/>
                  </a:lnTo>
                  <a:lnTo>
                    <a:pt x="3851985" y="994170"/>
                  </a:lnTo>
                  <a:lnTo>
                    <a:pt x="3867277" y="948309"/>
                  </a:lnTo>
                  <a:lnTo>
                    <a:pt x="948435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40491" y="5480304"/>
              <a:ext cx="3867785" cy="3070225"/>
            </a:xfrm>
            <a:custGeom>
              <a:avLst/>
              <a:gdLst/>
              <a:ahLst/>
              <a:cxnLst/>
              <a:rect l="l" t="t" r="r" b="b"/>
              <a:pathLst>
                <a:path w="3867784" h="3070225">
                  <a:moveTo>
                    <a:pt x="3867277" y="948309"/>
                  </a:moveTo>
                  <a:lnTo>
                    <a:pt x="3851985" y="994170"/>
                  </a:lnTo>
                  <a:lnTo>
                    <a:pt x="3836043" y="1039631"/>
                  </a:lnTo>
                  <a:lnTo>
                    <a:pt x="3819457" y="1084688"/>
                  </a:lnTo>
                  <a:lnTo>
                    <a:pt x="3802235" y="1129337"/>
                  </a:lnTo>
                  <a:lnTo>
                    <a:pt x="3784383" y="1173575"/>
                  </a:lnTo>
                  <a:lnTo>
                    <a:pt x="3765908" y="1217398"/>
                  </a:lnTo>
                  <a:lnTo>
                    <a:pt x="3746817" y="1260803"/>
                  </a:lnTo>
                  <a:lnTo>
                    <a:pt x="3727116" y="1303785"/>
                  </a:lnTo>
                  <a:lnTo>
                    <a:pt x="3706814" y="1346343"/>
                  </a:lnTo>
                  <a:lnTo>
                    <a:pt x="3685916" y="1388472"/>
                  </a:lnTo>
                  <a:lnTo>
                    <a:pt x="3664430" y="1430168"/>
                  </a:lnTo>
                  <a:lnTo>
                    <a:pt x="3642362" y="1471429"/>
                  </a:lnTo>
                  <a:lnTo>
                    <a:pt x="3619720" y="1512250"/>
                  </a:lnTo>
                  <a:lnTo>
                    <a:pt x="3596509" y="1552628"/>
                  </a:lnTo>
                  <a:lnTo>
                    <a:pt x="3572738" y="1592561"/>
                  </a:lnTo>
                  <a:lnTo>
                    <a:pt x="3548412" y="1632043"/>
                  </a:lnTo>
                  <a:lnTo>
                    <a:pt x="3523539" y="1671072"/>
                  </a:lnTo>
                  <a:lnTo>
                    <a:pt x="3498126" y="1709644"/>
                  </a:lnTo>
                  <a:lnTo>
                    <a:pt x="3472180" y="1747756"/>
                  </a:lnTo>
                  <a:lnTo>
                    <a:pt x="3445706" y="1785404"/>
                  </a:lnTo>
                  <a:lnTo>
                    <a:pt x="3418714" y="1822585"/>
                  </a:lnTo>
                  <a:lnTo>
                    <a:pt x="3391208" y="1859294"/>
                  </a:lnTo>
                  <a:lnTo>
                    <a:pt x="3363196" y="1895530"/>
                  </a:lnTo>
                  <a:lnTo>
                    <a:pt x="3334685" y="1931288"/>
                  </a:lnTo>
                  <a:lnTo>
                    <a:pt x="3305683" y="1966564"/>
                  </a:lnTo>
                  <a:lnTo>
                    <a:pt x="3276194" y="2001355"/>
                  </a:lnTo>
                  <a:lnTo>
                    <a:pt x="3246228" y="2035658"/>
                  </a:lnTo>
                  <a:lnTo>
                    <a:pt x="3215790" y="2069469"/>
                  </a:lnTo>
                  <a:lnTo>
                    <a:pt x="3184887" y="2102785"/>
                  </a:lnTo>
                  <a:lnTo>
                    <a:pt x="3153526" y="2135602"/>
                  </a:lnTo>
                  <a:lnTo>
                    <a:pt x="3121715" y="2167917"/>
                  </a:lnTo>
                  <a:lnTo>
                    <a:pt x="3089459" y="2199726"/>
                  </a:lnTo>
                  <a:lnTo>
                    <a:pt x="3056766" y="2231025"/>
                  </a:lnTo>
                  <a:lnTo>
                    <a:pt x="3023643" y="2261811"/>
                  </a:lnTo>
                  <a:lnTo>
                    <a:pt x="2990097" y="2292081"/>
                  </a:lnTo>
                  <a:lnTo>
                    <a:pt x="2956134" y="2321832"/>
                  </a:lnTo>
                  <a:lnTo>
                    <a:pt x="2921761" y="2351058"/>
                  </a:lnTo>
                  <a:lnTo>
                    <a:pt x="2886986" y="2379758"/>
                  </a:lnTo>
                  <a:lnTo>
                    <a:pt x="2851815" y="2407928"/>
                  </a:lnTo>
                  <a:lnTo>
                    <a:pt x="2816255" y="2435563"/>
                  </a:lnTo>
                  <a:lnTo>
                    <a:pt x="2780313" y="2462662"/>
                  </a:lnTo>
                  <a:lnTo>
                    <a:pt x="2743995" y="2489219"/>
                  </a:lnTo>
                  <a:lnTo>
                    <a:pt x="2707309" y="2515232"/>
                  </a:lnTo>
                  <a:lnTo>
                    <a:pt x="2670262" y="2540697"/>
                  </a:lnTo>
                  <a:lnTo>
                    <a:pt x="2632860" y="2565610"/>
                  </a:lnTo>
                  <a:lnTo>
                    <a:pt x="2595110" y="2589969"/>
                  </a:lnTo>
                  <a:lnTo>
                    <a:pt x="2557020" y="2613769"/>
                  </a:lnTo>
                  <a:lnTo>
                    <a:pt x="2518595" y="2637007"/>
                  </a:lnTo>
                  <a:lnTo>
                    <a:pt x="2479844" y="2659680"/>
                  </a:lnTo>
                  <a:lnTo>
                    <a:pt x="2440772" y="2681784"/>
                  </a:lnTo>
                  <a:lnTo>
                    <a:pt x="2401387" y="2703316"/>
                  </a:lnTo>
                  <a:lnTo>
                    <a:pt x="2361695" y="2724271"/>
                  </a:lnTo>
                  <a:lnTo>
                    <a:pt x="2321704" y="2744647"/>
                  </a:lnTo>
                  <a:lnTo>
                    <a:pt x="2281420" y="2764440"/>
                  </a:lnTo>
                  <a:lnTo>
                    <a:pt x="2240851" y="2783647"/>
                  </a:lnTo>
                  <a:lnTo>
                    <a:pt x="2200002" y="2802264"/>
                  </a:lnTo>
                  <a:lnTo>
                    <a:pt x="2158882" y="2820287"/>
                  </a:lnTo>
                  <a:lnTo>
                    <a:pt x="2117496" y="2837713"/>
                  </a:lnTo>
                  <a:lnTo>
                    <a:pt x="2075852" y="2854539"/>
                  </a:lnTo>
                  <a:lnTo>
                    <a:pt x="2033956" y="2870761"/>
                  </a:lnTo>
                  <a:lnTo>
                    <a:pt x="1991816" y="2886376"/>
                  </a:lnTo>
                  <a:lnTo>
                    <a:pt x="1949439" y="2901379"/>
                  </a:lnTo>
                  <a:lnTo>
                    <a:pt x="1906830" y="2915768"/>
                  </a:lnTo>
                  <a:lnTo>
                    <a:pt x="1863998" y="2929539"/>
                  </a:lnTo>
                  <a:lnTo>
                    <a:pt x="1820949" y="2942689"/>
                  </a:lnTo>
                  <a:lnTo>
                    <a:pt x="1777689" y="2955213"/>
                  </a:lnTo>
                  <a:lnTo>
                    <a:pt x="1734227" y="2967109"/>
                  </a:lnTo>
                  <a:lnTo>
                    <a:pt x="1690568" y="2978373"/>
                  </a:lnTo>
                  <a:lnTo>
                    <a:pt x="1646719" y="2989002"/>
                  </a:lnTo>
                  <a:lnTo>
                    <a:pt x="1602688" y="2998992"/>
                  </a:lnTo>
                  <a:lnTo>
                    <a:pt x="1558481" y="3008339"/>
                  </a:lnTo>
                  <a:lnTo>
                    <a:pt x="1514105" y="3017040"/>
                  </a:lnTo>
                  <a:lnTo>
                    <a:pt x="1469567" y="3025091"/>
                  </a:lnTo>
                  <a:lnTo>
                    <a:pt x="1424874" y="3032490"/>
                  </a:lnTo>
                  <a:lnTo>
                    <a:pt x="1380033" y="3039232"/>
                  </a:lnTo>
                  <a:lnTo>
                    <a:pt x="1335051" y="3045314"/>
                  </a:lnTo>
                  <a:lnTo>
                    <a:pt x="1289934" y="3050733"/>
                  </a:lnTo>
                  <a:lnTo>
                    <a:pt x="1244690" y="3055484"/>
                  </a:lnTo>
                  <a:lnTo>
                    <a:pt x="1199324" y="3059565"/>
                  </a:lnTo>
                  <a:lnTo>
                    <a:pt x="1153845" y="3062972"/>
                  </a:lnTo>
                  <a:lnTo>
                    <a:pt x="1108259" y="3065702"/>
                  </a:lnTo>
                  <a:lnTo>
                    <a:pt x="1062573" y="3067750"/>
                  </a:lnTo>
                  <a:lnTo>
                    <a:pt x="1016794" y="3069114"/>
                  </a:lnTo>
                  <a:lnTo>
                    <a:pt x="970929" y="3069790"/>
                  </a:lnTo>
                  <a:lnTo>
                    <a:pt x="924984" y="3069774"/>
                  </a:lnTo>
                  <a:lnTo>
                    <a:pt x="878966" y="3069063"/>
                  </a:lnTo>
                  <a:lnTo>
                    <a:pt x="832883" y="3067654"/>
                  </a:lnTo>
                  <a:lnTo>
                    <a:pt x="786741" y="3065542"/>
                  </a:lnTo>
                  <a:lnTo>
                    <a:pt x="740547" y="3062726"/>
                  </a:lnTo>
                  <a:lnTo>
                    <a:pt x="694308" y="3059200"/>
                  </a:lnTo>
                  <a:lnTo>
                    <a:pt x="648031" y="3054961"/>
                  </a:lnTo>
                  <a:lnTo>
                    <a:pt x="601723" y="3050006"/>
                  </a:lnTo>
                  <a:lnTo>
                    <a:pt x="555390" y="3044332"/>
                  </a:lnTo>
                  <a:lnTo>
                    <a:pt x="509040" y="3037935"/>
                  </a:lnTo>
                  <a:lnTo>
                    <a:pt x="462679" y="3030811"/>
                  </a:lnTo>
                  <a:lnTo>
                    <a:pt x="416315" y="3022957"/>
                  </a:lnTo>
                  <a:lnTo>
                    <a:pt x="369953" y="3014370"/>
                  </a:lnTo>
                  <a:lnTo>
                    <a:pt x="323602" y="3005045"/>
                  </a:lnTo>
                  <a:lnTo>
                    <a:pt x="277267" y="2994980"/>
                  </a:lnTo>
                  <a:lnTo>
                    <a:pt x="230956" y="2984171"/>
                  </a:lnTo>
                  <a:lnTo>
                    <a:pt x="184676" y="2972614"/>
                  </a:lnTo>
                  <a:lnTo>
                    <a:pt x="138434" y="2960306"/>
                  </a:lnTo>
                  <a:lnTo>
                    <a:pt x="92235" y="2947243"/>
                  </a:lnTo>
                  <a:lnTo>
                    <a:pt x="46088" y="2933423"/>
                  </a:lnTo>
                  <a:lnTo>
                    <a:pt x="0" y="2918841"/>
                  </a:lnTo>
                  <a:lnTo>
                    <a:pt x="948435" y="0"/>
                  </a:lnTo>
                  <a:lnTo>
                    <a:pt x="3867277" y="94830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19845" y="5480304"/>
              <a:ext cx="3069590" cy="2919095"/>
            </a:xfrm>
            <a:custGeom>
              <a:avLst/>
              <a:gdLst/>
              <a:ahLst/>
              <a:cxnLst/>
              <a:rect l="l" t="t" r="r" b="b"/>
              <a:pathLst>
                <a:path w="3069590" h="2919095">
                  <a:moveTo>
                    <a:pt x="3069081" y="0"/>
                  </a:moveTo>
                  <a:lnTo>
                    <a:pt x="0" y="0"/>
                  </a:lnTo>
                  <a:lnTo>
                    <a:pt x="390" y="49172"/>
                  </a:lnTo>
                  <a:lnTo>
                    <a:pt x="1559" y="98200"/>
                  </a:lnTo>
                  <a:lnTo>
                    <a:pt x="3500" y="147075"/>
                  </a:lnTo>
                  <a:lnTo>
                    <a:pt x="6209" y="195792"/>
                  </a:lnTo>
                  <a:lnTo>
                    <a:pt x="9681" y="244342"/>
                  </a:lnTo>
                  <a:lnTo>
                    <a:pt x="13910" y="292720"/>
                  </a:lnTo>
                  <a:lnTo>
                    <a:pt x="18892" y="340917"/>
                  </a:lnTo>
                  <a:lnTo>
                    <a:pt x="24621" y="388928"/>
                  </a:lnTo>
                  <a:lnTo>
                    <a:pt x="31093" y="436744"/>
                  </a:lnTo>
                  <a:lnTo>
                    <a:pt x="38302" y="484360"/>
                  </a:lnTo>
                  <a:lnTo>
                    <a:pt x="46244" y="531768"/>
                  </a:lnTo>
                  <a:lnTo>
                    <a:pt x="54913" y="578961"/>
                  </a:lnTo>
                  <a:lnTo>
                    <a:pt x="64304" y="625932"/>
                  </a:lnTo>
                  <a:lnTo>
                    <a:pt x="74413" y="672675"/>
                  </a:lnTo>
                  <a:lnTo>
                    <a:pt x="85233" y="719182"/>
                  </a:lnTo>
                  <a:lnTo>
                    <a:pt x="96761" y="765447"/>
                  </a:lnTo>
                  <a:lnTo>
                    <a:pt x="108991" y="811462"/>
                  </a:lnTo>
                  <a:lnTo>
                    <a:pt x="121917" y="857220"/>
                  </a:lnTo>
                  <a:lnTo>
                    <a:pt x="135536" y="902715"/>
                  </a:lnTo>
                  <a:lnTo>
                    <a:pt x="149842" y="947940"/>
                  </a:lnTo>
                  <a:lnTo>
                    <a:pt x="164829" y="992887"/>
                  </a:lnTo>
                  <a:lnTo>
                    <a:pt x="180493" y="1037549"/>
                  </a:lnTo>
                  <a:lnTo>
                    <a:pt x="196829" y="1081921"/>
                  </a:lnTo>
                  <a:lnTo>
                    <a:pt x="213831" y="1125994"/>
                  </a:lnTo>
                  <a:lnTo>
                    <a:pt x="231495" y="1169762"/>
                  </a:lnTo>
                  <a:lnTo>
                    <a:pt x="249816" y="1213218"/>
                  </a:lnTo>
                  <a:lnTo>
                    <a:pt x="268788" y="1256354"/>
                  </a:lnTo>
                  <a:lnTo>
                    <a:pt x="288406" y="1299164"/>
                  </a:lnTo>
                  <a:lnTo>
                    <a:pt x="308666" y="1341642"/>
                  </a:lnTo>
                  <a:lnTo>
                    <a:pt x="329563" y="1383779"/>
                  </a:lnTo>
                  <a:lnTo>
                    <a:pt x="351090" y="1425569"/>
                  </a:lnTo>
                  <a:lnTo>
                    <a:pt x="373244" y="1467006"/>
                  </a:lnTo>
                  <a:lnTo>
                    <a:pt x="396019" y="1508081"/>
                  </a:lnTo>
                  <a:lnTo>
                    <a:pt x="419410" y="1548788"/>
                  </a:lnTo>
                  <a:lnTo>
                    <a:pt x="443412" y="1589121"/>
                  </a:lnTo>
                  <a:lnTo>
                    <a:pt x="468020" y="1629072"/>
                  </a:lnTo>
                  <a:lnTo>
                    <a:pt x="493229" y="1668634"/>
                  </a:lnTo>
                  <a:lnTo>
                    <a:pt x="519034" y="1707800"/>
                  </a:lnTo>
                  <a:lnTo>
                    <a:pt x="545430" y="1746564"/>
                  </a:lnTo>
                  <a:lnTo>
                    <a:pt x="572411" y="1784918"/>
                  </a:lnTo>
                  <a:lnTo>
                    <a:pt x="599974" y="1822855"/>
                  </a:lnTo>
                  <a:lnTo>
                    <a:pt x="628112" y="1860369"/>
                  </a:lnTo>
                  <a:lnTo>
                    <a:pt x="656820" y="1897453"/>
                  </a:lnTo>
                  <a:lnTo>
                    <a:pt x="686095" y="1934099"/>
                  </a:lnTo>
                  <a:lnTo>
                    <a:pt x="715929" y="1970300"/>
                  </a:lnTo>
                  <a:lnTo>
                    <a:pt x="746320" y="2006050"/>
                  </a:lnTo>
                  <a:lnTo>
                    <a:pt x="777260" y="2041342"/>
                  </a:lnTo>
                  <a:lnTo>
                    <a:pt x="808746" y="2076168"/>
                  </a:lnTo>
                  <a:lnTo>
                    <a:pt x="840772" y="2110522"/>
                  </a:lnTo>
                  <a:lnTo>
                    <a:pt x="873334" y="2144397"/>
                  </a:lnTo>
                  <a:lnTo>
                    <a:pt x="906425" y="2177786"/>
                  </a:lnTo>
                  <a:lnTo>
                    <a:pt x="940042" y="2210681"/>
                  </a:lnTo>
                  <a:lnTo>
                    <a:pt x="974179" y="2243076"/>
                  </a:lnTo>
                  <a:lnTo>
                    <a:pt x="1008831" y="2274965"/>
                  </a:lnTo>
                  <a:lnTo>
                    <a:pt x="1043993" y="2306339"/>
                  </a:lnTo>
                  <a:lnTo>
                    <a:pt x="1079660" y="2337192"/>
                  </a:lnTo>
                  <a:lnTo>
                    <a:pt x="1115826" y="2367517"/>
                  </a:lnTo>
                  <a:lnTo>
                    <a:pt x="1152488" y="2397308"/>
                  </a:lnTo>
                  <a:lnTo>
                    <a:pt x="1189639" y="2426556"/>
                  </a:lnTo>
                  <a:lnTo>
                    <a:pt x="1227275" y="2455256"/>
                  </a:lnTo>
                  <a:lnTo>
                    <a:pt x="1265391" y="2483400"/>
                  </a:lnTo>
                  <a:lnTo>
                    <a:pt x="1303981" y="2510981"/>
                  </a:lnTo>
                  <a:lnTo>
                    <a:pt x="1343041" y="2537992"/>
                  </a:lnTo>
                  <a:lnTo>
                    <a:pt x="1382565" y="2564427"/>
                  </a:lnTo>
                  <a:lnTo>
                    <a:pt x="1422549" y="2590278"/>
                  </a:lnTo>
                  <a:lnTo>
                    <a:pt x="1462987" y="2615538"/>
                  </a:lnTo>
                  <a:lnTo>
                    <a:pt x="1503874" y="2640201"/>
                  </a:lnTo>
                  <a:lnTo>
                    <a:pt x="1545206" y="2664259"/>
                  </a:lnTo>
                  <a:lnTo>
                    <a:pt x="1586976" y="2687706"/>
                  </a:lnTo>
                  <a:lnTo>
                    <a:pt x="1629181" y="2710535"/>
                  </a:lnTo>
                  <a:lnTo>
                    <a:pt x="1671816" y="2732738"/>
                  </a:lnTo>
                  <a:lnTo>
                    <a:pt x="1714874" y="2754309"/>
                  </a:lnTo>
                  <a:lnTo>
                    <a:pt x="1758351" y="2775240"/>
                  </a:lnTo>
                  <a:lnTo>
                    <a:pt x="1802242" y="2795525"/>
                  </a:lnTo>
                  <a:lnTo>
                    <a:pt x="1846542" y="2815157"/>
                  </a:lnTo>
                  <a:lnTo>
                    <a:pt x="1891246" y="2834129"/>
                  </a:lnTo>
                  <a:lnTo>
                    <a:pt x="1936348" y="2852433"/>
                  </a:lnTo>
                  <a:lnTo>
                    <a:pt x="1981845" y="2870064"/>
                  </a:lnTo>
                  <a:lnTo>
                    <a:pt x="2027730" y="2887013"/>
                  </a:lnTo>
                  <a:lnTo>
                    <a:pt x="2073998" y="2903274"/>
                  </a:lnTo>
                  <a:lnTo>
                    <a:pt x="2120646" y="2918841"/>
                  </a:lnTo>
                  <a:lnTo>
                    <a:pt x="30690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19845" y="5480304"/>
              <a:ext cx="3069590" cy="2919095"/>
            </a:xfrm>
            <a:custGeom>
              <a:avLst/>
              <a:gdLst/>
              <a:ahLst/>
              <a:cxnLst/>
              <a:rect l="l" t="t" r="r" b="b"/>
              <a:pathLst>
                <a:path w="3069590" h="2919095">
                  <a:moveTo>
                    <a:pt x="2120646" y="2918841"/>
                  </a:moveTo>
                  <a:lnTo>
                    <a:pt x="2073998" y="2903274"/>
                  </a:lnTo>
                  <a:lnTo>
                    <a:pt x="2027730" y="2887013"/>
                  </a:lnTo>
                  <a:lnTo>
                    <a:pt x="1981845" y="2870064"/>
                  </a:lnTo>
                  <a:lnTo>
                    <a:pt x="1936348" y="2852433"/>
                  </a:lnTo>
                  <a:lnTo>
                    <a:pt x="1891246" y="2834129"/>
                  </a:lnTo>
                  <a:lnTo>
                    <a:pt x="1846542" y="2815157"/>
                  </a:lnTo>
                  <a:lnTo>
                    <a:pt x="1802242" y="2795525"/>
                  </a:lnTo>
                  <a:lnTo>
                    <a:pt x="1758351" y="2775240"/>
                  </a:lnTo>
                  <a:lnTo>
                    <a:pt x="1714874" y="2754309"/>
                  </a:lnTo>
                  <a:lnTo>
                    <a:pt x="1671816" y="2732738"/>
                  </a:lnTo>
                  <a:lnTo>
                    <a:pt x="1629181" y="2710535"/>
                  </a:lnTo>
                  <a:lnTo>
                    <a:pt x="1586976" y="2687706"/>
                  </a:lnTo>
                  <a:lnTo>
                    <a:pt x="1545206" y="2664259"/>
                  </a:lnTo>
                  <a:lnTo>
                    <a:pt x="1503874" y="2640201"/>
                  </a:lnTo>
                  <a:lnTo>
                    <a:pt x="1462987" y="2615538"/>
                  </a:lnTo>
                  <a:lnTo>
                    <a:pt x="1422549" y="2590278"/>
                  </a:lnTo>
                  <a:lnTo>
                    <a:pt x="1382565" y="2564427"/>
                  </a:lnTo>
                  <a:lnTo>
                    <a:pt x="1343041" y="2537992"/>
                  </a:lnTo>
                  <a:lnTo>
                    <a:pt x="1303981" y="2510981"/>
                  </a:lnTo>
                  <a:lnTo>
                    <a:pt x="1265391" y="2483400"/>
                  </a:lnTo>
                  <a:lnTo>
                    <a:pt x="1227275" y="2455256"/>
                  </a:lnTo>
                  <a:lnTo>
                    <a:pt x="1189639" y="2426556"/>
                  </a:lnTo>
                  <a:lnTo>
                    <a:pt x="1152488" y="2397308"/>
                  </a:lnTo>
                  <a:lnTo>
                    <a:pt x="1115826" y="2367517"/>
                  </a:lnTo>
                  <a:lnTo>
                    <a:pt x="1079660" y="2337192"/>
                  </a:lnTo>
                  <a:lnTo>
                    <a:pt x="1043993" y="2306339"/>
                  </a:lnTo>
                  <a:lnTo>
                    <a:pt x="1008831" y="2274965"/>
                  </a:lnTo>
                  <a:lnTo>
                    <a:pt x="974179" y="2243076"/>
                  </a:lnTo>
                  <a:lnTo>
                    <a:pt x="940042" y="2210681"/>
                  </a:lnTo>
                  <a:lnTo>
                    <a:pt x="906425" y="2177786"/>
                  </a:lnTo>
                  <a:lnTo>
                    <a:pt x="873334" y="2144397"/>
                  </a:lnTo>
                  <a:lnTo>
                    <a:pt x="840772" y="2110522"/>
                  </a:lnTo>
                  <a:lnTo>
                    <a:pt x="808746" y="2076168"/>
                  </a:lnTo>
                  <a:lnTo>
                    <a:pt x="777260" y="2041342"/>
                  </a:lnTo>
                  <a:lnTo>
                    <a:pt x="746320" y="2006050"/>
                  </a:lnTo>
                  <a:lnTo>
                    <a:pt x="715929" y="1970300"/>
                  </a:lnTo>
                  <a:lnTo>
                    <a:pt x="686095" y="1934099"/>
                  </a:lnTo>
                  <a:lnTo>
                    <a:pt x="656820" y="1897453"/>
                  </a:lnTo>
                  <a:lnTo>
                    <a:pt x="628112" y="1860369"/>
                  </a:lnTo>
                  <a:lnTo>
                    <a:pt x="599974" y="1822855"/>
                  </a:lnTo>
                  <a:lnTo>
                    <a:pt x="572411" y="1784918"/>
                  </a:lnTo>
                  <a:lnTo>
                    <a:pt x="545430" y="1746564"/>
                  </a:lnTo>
                  <a:lnTo>
                    <a:pt x="519034" y="1707800"/>
                  </a:lnTo>
                  <a:lnTo>
                    <a:pt x="493229" y="1668634"/>
                  </a:lnTo>
                  <a:lnTo>
                    <a:pt x="468020" y="1629072"/>
                  </a:lnTo>
                  <a:lnTo>
                    <a:pt x="443412" y="1589121"/>
                  </a:lnTo>
                  <a:lnTo>
                    <a:pt x="419410" y="1548788"/>
                  </a:lnTo>
                  <a:lnTo>
                    <a:pt x="396019" y="1508081"/>
                  </a:lnTo>
                  <a:lnTo>
                    <a:pt x="373244" y="1467006"/>
                  </a:lnTo>
                  <a:lnTo>
                    <a:pt x="351090" y="1425569"/>
                  </a:lnTo>
                  <a:lnTo>
                    <a:pt x="329563" y="1383779"/>
                  </a:lnTo>
                  <a:lnTo>
                    <a:pt x="308666" y="1341642"/>
                  </a:lnTo>
                  <a:lnTo>
                    <a:pt x="288406" y="1299164"/>
                  </a:lnTo>
                  <a:lnTo>
                    <a:pt x="268788" y="1256354"/>
                  </a:lnTo>
                  <a:lnTo>
                    <a:pt x="249816" y="1213218"/>
                  </a:lnTo>
                  <a:lnTo>
                    <a:pt x="231495" y="1169762"/>
                  </a:lnTo>
                  <a:lnTo>
                    <a:pt x="213831" y="1125994"/>
                  </a:lnTo>
                  <a:lnTo>
                    <a:pt x="196829" y="1081921"/>
                  </a:lnTo>
                  <a:lnTo>
                    <a:pt x="180493" y="1037549"/>
                  </a:lnTo>
                  <a:lnTo>
                    <a:pt x="164829" y="992887"/>
                  </a:lnTo>
                  <a:lnTo>
                    <a:pt x="149842" y="947940"/>
                  </a:lnTo>
                  <a:lnTo>
                    <a:pt x="135536" y="902715"/>
                  </a:lnTo>
                  <a:lnTo>
                    <a:pt x="121917" y="857220"/>
                  </a:lnTo>
                  <a:lnTo>
                    <a:pt x="108991" y="811462"/>
                  </a:lnTo>
                  <a:lnTo>
                    <a:pt x="96761" y="765447"/>
                  </a:lnTo>
                  <a:lnTo>
                    <a:pt x="85233" y="719182"/>
                  </a:lnTo>
                  <a:lnTo>
                    <a:pt x="74413" y="672675"/>
                  </a:lnTo>
                  <a:lnTo>
                    <a:pt x="64304" y="625932"/>
                  </a:lnTo>
                  <a:lnTo>
                    <a:pt x="54913" y="578961"/>
                  </a:lnTo>
                  <a:lnTo>
                    <a:pt x="46244" y="531768"/>
                  </a:lnTo>
                  <a:lnTo>
                    <a:pt x="38302" y="484360"/>
                  </a:lnTo>
                  <a:lnTo>
                    <a:pt x="31093" y="436744"/>
                  </a:lnTo>
                  <a:lnTo>
                    <a:pt x="24621" y="388928"/>
                  </a:lnTo>
                  <a:lnTo>
                    <a:pt x="18892" y="340917"/>
                  </a:lnTo>
                  <a:lnTo>
                    <a:pt x="13910" y="292720"/>
                  </a:lnTo>
                  <a:lnTo>
                    <a:pt x="9681" y="244342"/>
                  </a:lnTo>
                  <a:lnTo>
                    <a:pt x="6209" y="195792"/>
                  </a:lnTo>
                  <a:lnTo>
                    <a:pt x="3500" y="147075"/>
                  </a:lnTo>
                  <a:lnTo>
                    <a:pt x="1559" y="98200"/>
                  </a:lnTo>
                  <a:lnTo>
                    <a:pt x="390" y="49172"/>
                  </a:lnTo>
                  <a:lnTo>
                    <a:pt x="0" y="0"/>
                  </a:lnTo>
                  <a:lnTo>
                    <a:pt x="3069081" y="0"/>
                  </a:lnTo>
                  <a:lnTo>
                    <a:pt x="2120646" y="291884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419845" y="2997327"/>
              <a:ext cx="3069590" cy="2483485"/>
            </a:xfrm>
            <a:custGeom>
              <a:avLst/>
              <a:gdLst/>
              <a:ahLst/>
              <a:cxnLst/>
              <a:rect l="l" t="t" r="r" b="b"/>
              <a:pathLst>
                <a:path w="3069590" h="2483485">
                  <a:moveTo>
                    <a:pt x="1265047" y="0"/>
                  </a:moveTo>
                  <a:lnTo>
                    <a:pt x="1224915" y="29659"/>
                  </a:lnTo>
                  <a:lnTo>
                    <a:pt x="1185347" y="59905"/>
                  </a:lnTo>
                  <a:lnTo>
                    <a:pt x="1146347" y="90731"/>
                  </a:lnTo>
                  <a:lnTo>
                    <a:pt x="1107919" y="122127"/>
                  </a:lnTo>
                  <a:lnTo>
                    <a:pt x="1070067" y="154085"/>
                  </a:lnTo>
                  <a:lnTo>
                    <a:pt x="1032796" y="186597"/>
                  </a:lnTo>
                  <a:lnTo>
                    <a:pt x="996110" y="219654"/>
                  </a:lnTo>
                  <a:lnTo>
                    <a:pt x="960013" y="253249"/>
                  </a:lnTo>
                  <a:lnTo>
                    <a:pt x="924509" y="287373"/>
                  </a:lnTo>
                  <a:lnTo>
                    <a:pt x="889603" y="322016"/>
                  </a:lnTo>
                  <a:lnTo>
                    <a:pt x="855299" y="357172"/>
                  </a:lnTo>
                  <a:lnTo>
                    <a:pt x="821601" y="392832"/>
                  </a:lnTo>
                  <a:lnTo>
                    <a:pt x="788513" y="428987"/>
                  </a:lnTo>
                  <a:lnTo>
                    <a:pt x="756040" y="465628"/>
                  </a:lnTo>
                  <a:lnTo>
                    <a:pt x="724186" y="502749"/>
                  </a:lnTo>
                  <a:lnTo>
                    <a:pt x="692955" y="540339"/>
                  </a:lnTo>
                  <a:lnTo>
                    <a:pt x="662351" y="578392"/>
                  </a:lnTo>
                  <a:lnTo>
                    <a:pt x="632380" y="616898"/>
                  </a:lnTo>
                  <a:lnTo>
                    <a:pt x="603044" y="655849"/>
                  </a:lnTo>
                  <a:lnTo>
                    <a:pt x="574348" y="695237"/>
                  </a:lnTo>
                  <a:lnTo>
                    <a:pt x="546297" y="735054"/>
                  </a:lnTo>
                  <a:lnTo>
                    <a:pt x="518895" y="775291"/>
                  </a:lnTo>
                  <a:lnTo>
                    <a:pt x="492145" y="815939"/>
                  </a:lnTo>
                  <a:lnTo>
                    <a:pt x="466053" y="856991"/>
                  </a:lnTo>
                  <a:lnTo>
                    <a:pt x="440623" y="898437"/>
                  </a:lnTo>
                  <a:lnTo>
                    <a:pt x="415858" y="940271"/>
                  </a:lnTo>
                  <a:lnTo>
                    <a:pt x="391763" y="982482"/>
                  </a:lnTo>
                  <a:lnTo>
                    <a:pt x="368343" y="1025064"/>
                  </a:lnTo>
                  <a:lnTo>
                    <a:pt x="345601" y="1068007"/>
                  </a:lnTo>
                  <a:lnTo>
                    <a:pt x="323542" y="1111304"/>
                  </a:lnTo>
                  <a:lnTo>
                    <a:pt x="302170" y="1154945"/>
                  </a:lnTo>
                  <a:lnTo>
                    <a:pt x="281489" y="1198923"/>
                  </a:lnTo>
                  <a:lnTo>
                    <a:pt x="261504" y="1243229"/>
                  </a:lnTo>
                  <a:lnTo>
                    <a:pt x="242219" y="1287854"/>
                  </a:lnTo>
                  <a:lnTo>
                    <a:pt x="223638" y="1332792"/>
                  </a:lnTo>
                  <a:lnTo>
                    <a:pt x="205765" y="1378032"/>
                  </a:lnTo>
                  <a:lnTo>
                    <a:pt x="188605" y="1423567"/>
                  </a:lnTo>
                  <a:lnTo>
                    <a:pt x="172162" y="1469388"/>
                  </a:lnTo>
                  <a:lnTo>
                    <a:pt x="156440" y="1515487"/>
                  </a:lnTo>
                  <a:lnTo>
                    <a:pt x="141443" y="1561856"/>
                  </a:lnTo>
                  <a:lnTo>
                    <a:pt x="127176" y="1608486"/>
                  </a:lnTo>
                  <a:lnTo>
                    <a:pt x="113643" y="1655369"/>
                  </a:lnTo>
                  <a:lnTo>
                    <a:pt x="100848" y="1702497"/>
                  </a:lnTo>
                  <a:lnTo>
                    <a:pt x="88796" y="1749861"/>
                  </a:lnTo>
                  <a:lnTo>
                    <a:pt x="77490" y="1797452"/>
                  </a:lnTo>
                  <a:lnTo>
                    <a:pt x="66935" y="1845263"/>
                  </a:lnTo>
                  <a:lnTo>
                    <a:pt x="57136" y="1893286"/>
                  </a:lnTo>
                  <a:lnTo>
                    <a:pt x="48096" y="1941511"/>
                  </a:lnTo>
                  <a:lnTo>
                    <a:pt x="39819" y="1989930"/>
                  </a:lnTo>
                  <a:lnTo>
                    <a:pt x="32311" y="2038535"/>
                  </a:lnTo>
                  <a:lnTo>
                    <a:pt x="25575" y="2087318"/>
                  </a:lnTo>
                  <a:lnTo>
                    <a:pt x="19616" y="2136271"/>
                  </a:lnTo>
                  <a:lnTo>
                    <a:pt x="14437" y="2185384"/>
                  </a:lnTo>
                  <a:lnTo>
                    <a:pt x="10043" y="2234650"/>
                  </a:lnTo>
                  <a:lnTo>
                    <a:pt x="6439" y="2284060"/>
                  </a:lnTo>
                  <a:lnTo>
                    <a:pt x="3628" y="2333607"/>
                  </a:lnTo>
                  <a:lnTo>
                    <a:pt x="1615" y="2383280"/>
                  </a:lnTo>
                  <a:lnTo>
                    <a:pt x="404" y="2433073"/>
                  </a:lnTo>
                  <a:lnTo>
                    <a:pt x="0" y="2482977"/>
                  </a:lnTo>
                  <a:lnTo>
                    <a:pt x="3069081" y="2482977"/>
                  </a:lnTo>
                  <a:lnTo>
                    <a:pt x="1265047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19845" y="2997327"/>
              <a:ext cx="3069590" cy="2483485"/>
            </a:xfrm>
            <a:custGeom>
              <a:avLst/>
              <a:gdLst/>
              <a:ahLst/>
              <a:cxnLst/>
              <a:rect l="l" t="t" r="r" b="b"/>
              <a:pathLst>
                <a:path w="3069590" h="2483485">
                  <a:moveTo>
                    <a:pt x="0" y="2482977"/>
                  </a:moveTo>
                  <a:lnTo>
                    <a:pt x="404" y="2433073"/>
                  </a:lnTo>
                  <a:lnTo>
                    <a:pt x="1615" y="2383280"/>
                  </a:lnTo>
                  <a:lnTo>
                    <a:pt x="3628" y="2333607"/>
                  </a:lnTo>
                  <a:lnTo>
                    <a:pt x="6439" y="2284060"/>
                  </a:lnTo>
                  <a:lnTo>
                    <a:pt x="10043" y="2234650"/>
                  </a:lnTo>
                  <a:lnTo>
                    <a:pt x="14437" y="2185384"/>
                  </a:lnTo>
                  <a:lnTo>
                    <a:pt x="19616" y="2136271"/>
                  </a:lnTo>
                  <a:lnTo>
                    <a:pt x="25575" y="2087318"/>
                  </a:lnTo>
                  <a:lnTo>
                    <a:pt x="32311" y="2038535"/>
                  </a:lnTo>
                  <a:lnTo>
                    <a:pt x="39819" y="1989930"/>
                  </a:lnTo>
                  <a:lnTo>
                    <a:pt x="48096" y="1941511"/>
                  </a:lnTo>
                  <a:lnTo>
                    <a:pt x="57136" y="1893286"/>
                  </a:lnTo>
                  <a:lnTo>
                    <a:pt x="66935" y="1845263"/>
                  </a:lnTo>
                  <a:lnTo>
                    <a:pt x="77490" y="1797452"/>
                  </a:lnTo>
                  <a:lnTo>
                    <a:pt x="88796" y="1749861"/>
                  </a:lnTo>
                  <a:lnTo>
                    <a:pt x="100848" y="1702497"/>
                  </a:lnTo>
                  <a:lnTo>
                    <a:pt x="113643" y="1655369"/>
                  </a:lnTo>
                  <a:lnTo>
                    <a:pt x="127176" y="1608486"/>
                  </a:lnTo>
                  <a:lnTo>
                    <a:pt x="141443" y="1561856"/>
                  </a:lnTo>
                  <a:lnTo>
                    <a:pt x="156440" y="1515487"/>
                  </a:lnTo>
                  <a:lnTo>
                    <a:pt x="172162" y="1469388"/>
                  </a:lnTo>
                  <a:lnTo>
                    <a:pt x="188605" y="1423567"/>
                  </a:lnTo>
                  <a:lnTo>
                    <a:pt x="205765" y="1378032"/>
                  </a:lnTo>
                  <a:lnTo>
                    <a:pt x="223638" y="1332792"/>
                  </a:lnTo>
                  <a:lnTo>
                    <a:pt x="242219" y="1287854"/>
                  </a:lnTo>
                  <a:lnTo>
                    <a:pt x="261504" y="1243229"/>
                  </a:lnTo>
                  <a:lnTo>
                    <a:pt x="281489" y="1198923"/>
                  </a:lnTo>
                  <a:lnTo>
                    <a:pt x="302170" y="1154945"/>
                  </a:lnTo>
                  <a:lnTo>
                    <a:pt x="323542" y="1111304"/>
                  </a:lnTo>
                  <a:lnTo>
                    <a:pt x="345601" y="1068007"/>
                  </a:lnTo>
                  <a:lnTo>
                    <a:pt x="368343" y="1025064"/>
                  </a:lnTo>
                  <a:lnTo>
                    <a:pt x="391763" y="982482"/>
                  </a:lnTo>
                  <a:lnTo>
                    <a:pt x="415858" y="940271"/>
                  </a:lnTo>
                  <a:lnTo>
                    <a:pt x="440623" y="898437"/>
                  </a:lnTo>
                  <a:lnTo>
                    <a:pt x="466053" y="856991"/>
                  </a:lnTo>
                  <a:lnTo>
                    <a:pt x="492145" y="815939"/>
                  </a:lnTo>
                  <a:lnTo>
                    <a:pt x="518895" y="775291"/>
                  </a:lnTo>
                  <a:lnTo>
                    <a:pt x="546297" y="735054"/>
                  </a:lnTo>
                  <a:lnTo>
                    <a:pt x="574348" y="695237"/>
                  </a:lnTo>
                  <a:lnTo>
                    <a:pt x="603044" y="655849"/>
                  </a:lnTo>
                  <a:lnTo>
                    <a:pt x="632380" y="616898"/>
                  </a:lnTo>
                  <a:lnTo>
                    <a:pt x="662351" y="578392"/>
                  </a:lnTo>
                  <a:lnTo>
                    <a:pt x="692955" y="540339"/>
                  </a:lnTo>
                  <a:lnTo>
                    <a:pt x="724186" y="502749"/>
                  </a:lnTo>
                  <a:lnTo>
                    <a:pt x="756040" y="465628"/>
                  </a:lnTo>
                  <a:lnTo>
                    <a:pt x="788513" y="428987"/>
                  </a:lnTo>
                  <a:lnTo>
                    <a:pt x="821601" y="392832"/>
                  </a:lnTo>
                  <a:lnTo>
                    <a:pt x="855299" y="357172"/>
                  </a:lnTo>
                  <a:lnTo>
                    <a:pt x="889603" y="322016"/>
                  </a:lnTo>
                  <a:lnTo>
                    <a:pt x="924509" y="287373"/>
                  </a:lnTo>
                  <a:lnTo>
                    <a:pt x="960013" y="253249"/>
                  </a:lnTo>
                  <a:lnTo>
                    <a:pt x="996110" y="219654"/>
                  </a:lnTo>
                  <a:lnTo>
                    <a:pt x="1032796" y="186597"/>
                  </a:lnTo>
                  <a:lnTo>
                    <a:pt x="1070067" y="154085"/>
                  </a:lnTo>
                  <a:lnTo>
                    <a:pt x="1107919" y="122127"/>
                  </a:lnTo>
                  <a:lnTo>
                    <a:pt x="1146347" y="90731"/>
                  </a:lnTo>
                  <a:lnTo>
                    <a:pt x="1185347" y="59905"/>
                  </a:lnTo>
                  <a:lnTo>
                    <a:pt x="1224915" y="29659"/>
                  </a:lnTo>
                  <a:lnTo>
                    <a:pt x="1265047" y="0"/>
                  </a:lnTo>
                  <a:lnTo>
                    <a:pt x="3069081" y="2482977"/>
                  </a:lnTo>
                  <a:lnTo>
                    <a:pt x="0" y="248297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84892" y="2411222"/>
              <a:ext cx="1804035" cy="3069590"/>
            </a:xfrm>
            <a:custGeom>
              <a:avLst/>
              <a:gdLst/>
              <a:ahLst/>
              <a:cxnLst/>
              <a:rect l="l" t="t" r="r" b="b"/>
              <a:pathLst>
                <a:path w="1804034" h="3069590">
                  <a:moveTo>
                    <a:pt x="1804034" y="0"/>
                  </a:moveTo>
                  <a:lnTo>
                    <a:pt x="1754207" y="404"/>
                  </a:lnTo>
                  <a:lnTo>
                    <a:pt x="1704455" y="1614"/>
                  </a:lnTo>
                  <a:lnTo>
                    <a:pt x="1654787" y="3627"/>
                  </a:lnTo>
                  <a:lnTo>
                    <a:pt x="1605212" y="6441"/>
                  </a:lnTo>
                  <a:lnTo>
                    <a:pt x="1555741" y="10052"/>
                  </a:lnTo>
                  <a:lnTo>
                    <a:pt x="1506381" y="14457"/>
                  </a:lnTo>
                  <a:lnTo>
                    <a:pt x="1457142" y="19653"/>
                  </a:lnTo>
                  <a:lnTo>
                    <a:pt x="1408033" y="25638"/>
                  </a:lnTo>
                  <a:lnTo>
                    <a:pt x="1359063" y="32409"/>
                  </a:lnTo>
                  <a:lnTo>
                    <a:pt x="1310242" y="39962"/>
                  </a:lnTo>
                  <a:lnTo>
                    <a:pt x="1261578" y="48294"/>
                  </a:lnTo>
                  <a:lnTo>
                    <a:pt x="1213080" y="57403"/>
                  </a:lnTo>
                  <a:lnTo>
                    <a:pt x="1164759" y="67286"/>
                  </a:lnTo>
                  <a:lnTo>
                    <a:pt x="1116622" y="77939"/>
                  </a:lnTo>
                  <a:lnTo>
                    <a:pt x="1068679" y="89361"/>
                  </a:lnTo>
                  <a:lnTo>
                    <a:pt x="1020940" y="101546"/>
                  </a:lnTo>
                  <a:lnTo>
                    <a:pt x="973412" y="114494"/>
                  </a:lnTo>
                  <a:lnTo>
                    <a:pt x="926106" y="128201"/>
                  </a:lnTo>
                  <a:lnTo>
                    <a:pt x="879031" y="142663"/>
                  </a:lnTo>
                  <a:lnTo>
                    <a:pt x="832195" y="157879"/>
                  </a:lnTo>
                  <a:lnTo>
                    <a:pt x="785608" y="173844"/>
                  </a:lnTo>
                  <a:lnTo>
                    <a:pt x="739279" y="190557"/>
                  </a:lnTo>
                  <a:lnTo>
                    <a:pt x="693217" y="208013"/>
                  </a:lnTo>
                  <a:lnTo>
                    <a:pt x="647432" y="226211"/>
                  </a:lnTo>
                  <a:lnTo>
                    <a:pt x="601931" y="245147"/>
                  </a:lnTo>
                  <a:lnTo>
                    <a:pt x="556725" y="264818"/>
                  </a:lnTo>
                  <a:lnTo>
                    <a:pt x="511823" y="285221"/>
                  </a:lnTo>
                  <a:lnTo>
                    <a:pt x="467233" y="306354"/>
                  </a:lnTo>
                  <a:lnTo>
                    <a:pt x="422965" y="328213"/>
                  </a:lnTo>
                  <a:lnTo>
                    <a:pt x="379029" y="350796"/>
                  </a:lnTo>
                  <a:lnTo>
                    <a:pt x="335432" y="374099"/>
                  </a:lnTo>
                  <a:lnTo>
                    <a:pt x="292185" y="398119"/>
                  </a:lnTo>
                  <a:lnTo>
                    <a:pt x="249296" y="422854"/>
                  </a:lnTo>
                  <a:lnTo>
                    <a:pt x="206774" y="448301"/>
                  </a:lnTo>
                  <a:lnTo>
                    <a:pt x="164629" y="474456"/>
                  </a:lnTo>
                  <a:lnTo>
                    <a:pt x="122870" y="501317"/>
                  </a:lnTo>
                  <a:lnTo>
                    <a:pt x="81506" y="528881"/>
                  </a:lnTo>
                  <a:lnTo>
                    <a:pt x="40546" y="557144"/>
                  </a:lnTo>
                  <a:lnTo>
                    <a:pt x="0" y="586104"/>
                  </a:lnTo>
                  <a:lnTo>
                    <a:pt x="1804034" y="3069081"/>
                  </a:lnTo>
                  <a:lnTo>
                    <a:pt x="1804034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84892" y="2411222"/>
              <a:ext cx="1804035" cy="3069590"/>
            </a:xfrm>
            <a:custGeom>
              <a:avLst/>
              <a:gdLst/>
              <a:ahLst/>
              <a:cxnLst/>
              <a:rect l="l" t="t" r="r" b="b"/>
              <a:pathLst>
                <a:path w="1804034" h="3069590">
                  <a:moveTo>
                    <a:pt x="0" y="586104"/>
                  </a:moveTo>
                  <a:lnTo>
                    <a:pt x="40546" y="557144"/>
                  </a:lnTo>
                  <a:lnTo>
                    <a:pt x="81506" y="528881"/>
                  </a:lnTo>
                  <a:lnTo>
                    <a:pt x="122870" y="501317"/>
                  </a:lnTo>
                  <a:lnTo>
                    <a:pt x="164629" y="474456"/>
                  </a:lnTo>
                  <a:lnTo>
                    <a:pt x="206774" y="448301"/>
                  </a:lnTo>
                  <a:lnTo>
                    <a:pt x="249296" y="422854"/>
                  </a:lnTo>
                  <a:lnTo>
                    <a:pt x="292185" y="398119"/>
                  </a:lnTo>
                  <a:lnTo>
                    <a:pt x="335432" y="374099"/>
                  </a:lnTo>
                  <a:lnTo>
                    <a:pt x="379029" y="350796"/>
                  </a:lnTo>
                  <a:lnTo>
                    <a:pt x="422965" y="328213"/>
                  </a:lnTo>
                  <a:lnTo>
                    <a:pt x="467233" y="306354"/>
                  </a:lnTo>
                  <a:lnTo>
                    <a:pt x="511823" y="285221"/>
                  </a:lnTo>
                  <a:lnTo>
                    <a:pt x="556725" y="264818"/>
                  </a:lnTo>
                  <a:lnTo>
                    <a:pt x="601931" y="245147"/>
                  </a:lnTo>
                  <a:lnTo>
                    <a:pt x="647432" y="226211"/>
                  </a:lnTo>
                  <a:lnTo>
                    <a:pt x="693217" y="208013"/>
                  </a:lnTo>
                  <a:lnTo>
                    <a:pt x="739279" y="190557"/>
                  </a:lnTo>
                  <a:lnTo>
                    <a:pt x="785608" y="173844"/>
                  </a:lnTo>
                  <a:lnTo>
                    <a:pt x="832195" y="157879"/>
                  </a:lnTo>
                  <a:lnTo>
                    <a:pt x="879031" y="142663"/>
                  </a:lnTo>
                  <a:lnTo>
                    <a:pt x="926106" y="128201"/>
                  </a:lnTo>
                  <a:lnTo>
                    <a:pt x="973412" y="114494"/>
                  </a:lnTo>
                  <a:lnTo>
                    <a:pt x="1020940" y="101546"/>
                  </a:lnTo>
                  <a:lnTo>
                    <a:pt x="1068679" y="89361"/>
                  </a:lnTo>
                  <a:lnTo>
                    <a:pt x="1116622" y="77939"/>
                  </a:lnTo>
                  <a:lnTo>
                    <a:pt x="1164759" y="67286"/>
                  </a:lnTo>
                  <a:lnTo>
                    <a:pt x="1213080" y="57403"/>
                  </a:lnTo>
                  <a:lnTo>
                    <a:pt x="1261578" y="48294"/>
                  </a:lnTo>
                  <a:lnTo>
                    <a:pt x="1310242" y="39962"/>
                  </a:lnTo>
                  <a:lnTo>
                    <a:pt x="1359063" y="32409"/>
                  </a:lnTo>
                  <a:lnTo>
                    <a:pt x="1408033" y="25638"/>
                  </a:lnTo>
                  <a:lnTo>
                    <a:pt x="1457142" y="19653"/>
                  </a:lnTo>
                  <a:lnTo>
                    <a:pt x="1506381" y="14457"/>
                  </a:lnTo>
                  <a:lnTo>
                    <a:pt x="1555741" y="10052"/>
                  </a:lnTo>
                  <a:lnTo>
                    <a:pt x="1605212" y="6441"/>
                  </a:lnTo>
                  <a:lnTo>
                    <a:pt x="1654787" y="3627"/>
                  </a:lnTo>
                  <a:lnTo>
                    <a:pt x="1704455" y="1614"/>
                  </a:lnTo>
                  <a:lnTo>
                    <a:pt x="1754207" y="404"/>
                  </a:lnTo>
                  <a:lnTo>
                    <a:pt x="1804034" y="0"/>
                  </a:lnTo>
                  <a:lnTo>
                    <a:pt x="1804034" y="3069081"/>
                  </a:lnTo>
                  <a:lnTo>
                    <a:pt x="0" y="5861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2388342" y="4315459"/>
            <a:ext cx="685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ZA" sz="3000" spc="-2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0%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843766" y="6584950"/>
            <a:ext cx="685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ZA" sz="3000" spc="-25" dirty="0">
                <a:solidFill>
                  <a:srgbClr val="FFFFFF"/>
                </a:solidFill>
                <a:latin typeface="Calibri"/>
                <a:cs typeface="Calibri"/>
              </a:rPr>
              <a:t>25%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905238" y="6119621"/>
            <a:ext cx="685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ZA" sz="3000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79634" y="4520946"/>
            <a:ext cx="685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15%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672698" y="3757929"/>
            <a:ext cx="685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ZA" sz="3000" spc="-2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9744582" y="1111122"/>
            <a:ext cx="68503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85858"/>
                </a:solidFill>
                <a:latin typeface="Calibri"/>
                <a:cs typeface="Calibri"/>
              </a:rPr>
              <a:t>Key</a:t>
            </a:r>
            <a:r>
              <a:rPr sz="3000" spc="-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585858"/>
                </a:solidFill>
                <a:latin typeface="Calibri"/>
                <a:cs typeface="Calibri"/>
              </a:rPr>
              <a:t>Market</a:t>
            </a:r>
            <a:r>
              <a:rPr sz="3000" spc="-9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585858"/>
                </a:solidFill>
                <a:latin typeface="Calibri"/>
                <a:cs typeface="Calibri"/>
              </a:rPr>
              <a:t>Needs</a:t>
            </a:r>
            <a:r>
              <a:rPr sz="3000" spc="-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585858"/>
                </a:solidFill>
                <a:latin typeface="Calibri"/>
                <a:cs typeface="Calibri"/>
              </a:rPr>
              <a:t>for</a:t>
            </a:r>
            <a:r>
              <a:rPr sz="3000" spc="-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585858"/>
                </a:solidFill>
                <a:latin typeface="Calibri"/>
                <a:cs typeface="Calibri"/>
              </a:rPr>
              <a:t>MSME</a:t>
            </a:r>
            <a:r>
              <a:rPr sz="3000" spc="-8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585858"/>
                </a:solidFill>
                <a:latin typeface="Calibri"/>
                <a:cs typeface="Calibri"/>
              </a:rPr>
              <a:t>Empowerment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796008" y="3876712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34" y="0"/>
                </a:moveTo>
                <a:lnTo>
                  <a:pt x="0" y="0"/>
                </a:lnTo>
                <a:lnTo>
                  <a:pt x="0" y="139534"/>
                </a:lnTo>
                <a:lnTo>
                  <a:pt x="139534" y="139534"/>
                </a:lnTo>
                <a:lnTo>
                  <a:pt x="139534" y="0"/>
                </a:lnTo>
                <a:close/>
              </a:path>
            </a:pathLst>
          </a:custGeom>
          <a:solidFill>
            <a:srgbClr val="00F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4988920" y="3753103"/>
            <a:ext cx="26181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ZA" sz="2000" dirty="0">
                <a:solidFill>
                  <a:srgbClr val="585858"/>
                </a:solidFill>
                <a:latin typeface="Calibri"/>
                <a:cs typeface="Calibri"/>
              </a:rPr>
              <a:t>Commercial Cleaning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4796008" y="456683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34" y="0"/>
                </a:moveTo>
                <a:lnTo>
                  <a:pt x="0" y="0"/>
                </a:lnTo>
                <a:lnTo>
                  <a:pt x="0" y="139534"/>
                </a:lnTo>
                <a:lnTo>
                  <a:pt x="139534" y="139534"/>
                </a:lnTo>
                <a:lnTo>
                  <a:pt x="139534" y="0"/>
                </a:lnTo>
                <a:close/>
              </a:path>
            </a:pathLst>
          </a:custGeom>
          <a:solidFill>
            <a:srgbClr val="176B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4988920" y="4443476"/>
            <a:ext cx="26066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ZA" sz="2000" spc="-10" dirty="0">
                <a:solidFill>
                  <a:srgbClr val="585858"/>
                </a:solidFill>
                <a:latin typeface="Calibri"/>
                <a:cs typeface="Calibri"/>
              </a:rPr>
              <a:t>Residential Cleaning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796008" y="5256949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34" y="0"/>
                </a:moveTo>
                <a:lnTo>
                  <a:pt x="0" y="0"/>
                </a:lnTo>
                <a:lnTo>
                  <a:pt x="0" y="139534"/>
                </a:lnTo>
                <a:lnTo>
                  <a:pt x="139534" y="139534"/>
                </a:lnTo>
                <a:lnTo>
                  <a:pt x="1395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4988920" y="5133594"/>
            <a:ext cx="29019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ZA" sz="2000" dirty="0">
                <a:solidFill>
                  <a:srgbClr val="585858"/>
                </a:solidFill>
                <a:latin typeface="Calibri"/>
                <a:cs typeface="Calibri"/>
              </a:rPr>
              <a:t>Deep Cleaning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4796008" y="5947193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34" y="0"/>
                </a:moveTo>
                <a:lnTo>
                  <a:pt x="0" y="0"/>
                </a:lnTo>
                <a:lnTo>
                  <a:pt x="0" y="139534"/>
                </a:lnTo>
                <a:lnTo>
                  <a:pt x="139534" y="139534"/>
                </a:lnTo>
                <a:lnTo>
                  <a:pt x="139534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4988920" y="5823965"/>
            <a:ext cx="2776220" cy="31085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lang="en-ZA" sz="2000" dirty="0">
                <a:solidFill>
                  <a:srgbClr val="585858"/>
                </a:solidFill>
                <a:latin typeface="Calibri"/>
                <a:cs typeface="Calibri"/>
              </a:rPr>
              <a:t>Specialized Cleaning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4796008" y="6637311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34" y="0"/>
                </a:moveTo>
                <a:lnTo>
                  <a:pt x="0" y="0"/>
                </a:lnTo>
                <a:lnTo>
                  <a:pt x="0" y="139534"/>
                </a:lnTo>
                <a:lnTo>
                  <a:pt x="139534" y="139534"/>
                </a:lnTo>
                <a:lnTo>
                  <a:pt x="139534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4988920" y="6513957"/>
            <a:ext cx="2857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ZA" sz="2000" dirty="0">
                <a:solidFill>
                  <a:srgbClr val="585858"/>
                </a:solidFill>
                <a:latin typeface="Calibri"/>
                <a:cs typeface="Calibri"/>
              </a:rPr>
              <a:t>Other Services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482C21-2490-6FDA-F400-A2620FE39364}"/>
              </a:ext>
            </a:extLst>
          </p:cNvPr>
          <p:cNvSpPr txBox="1"/>
          <p:nvPr/>
        </p:nvSpPr>
        <p:spPr>
          <a:xfrm>
            <a:off x="1985184" y="4142460"/>
            <a:ext cx="57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Growing Demand – Increased awareness of hygiene and sanitation, especially post‑pandemic, is driving steady growth in both residential and commercial cleaning sectors.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79CB40-222C-E36D-229C-AE5F40145FDB}"/>
              </a:ext>
            </a:extLst>
          </p:cNvPr>
          <p:cNvSpPr txBox="1"/>
          <p:nvPr/>
        </p:nvSpPr>
        <p:spPr>
          <a:xfrm>
            <a:off x="1946884" y="5699201"/>
            <a:ext cx="57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Commercial Sector Dominance – Offices, retail, and industrial facilities account for the largest share of the market, but residential demand is rising fast.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E3D69F-90B0-E484-CED3-F11D525A40E2}"/>
              </a:ext>
            </a:extLst>
          </p:cNvPr>
          <p:cNvSpPr txBox="1"/>
          <p:nvPr/>
        </p:nvSpPr>
        <p:spPr>
          <a:xfrm>
            <a:off x="1980202" y="7257391"/>
            <a:ext cx="57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Shift to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Specialised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Services – Niche offerings like carpet, upholstery, and post‑construction cleaning are gaining popularity as clients seek tailored solutions.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01947" y="8606332"/>
            <a:ext cx="657860" cy="654685"/>
            <a:chOff x="16601947" y="8606332"/>
            <a:chExt cx="657860" cy="654685"/>
          </a:xfrm>
        </p:grpSpPr>
        <p:sp>
          <p:nvSpPr>
            <p:cNvPr id="3" name="object 3"/>
            <p:cNvSpPr/>
            <p:nvPr/>
          </p:nvSpPr>
          <p:spPr>
            <a:xfrm>
              <a:off x="16601947" y="8606332"/>
              <a:ext cx="657860" cy="652145"/>
            </a:xfrm>
            <a:custGeom>
              <a:avLst/>
              <a:gdLst/>
              <a:ahLst/>
              <a:cxnLst/>
              <a:rect l="l" t="t" r="r" b="b"/>
              <a:pathLst>
                <a:path w="657859" h="652145">
                  <a:moveTo>
                    <a:pt x="0" y="651967"/>
                  </a:moveTo>
                  <a:lnTo>
                    <a:pt x="657352" y="651967"/>
                  </a:lnTo>
                  <a:lnTo>
                    <a:pt x="657352" y="0"/>
                  </a:lnTo>
                  <a:lnTo>
                    <a:pt x="0" y="0"/>
                  </a:lnTo>
                  <a:lnTo>
                    <a:pt x="0" y="651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603276" y="8606595"/>
              <a:ext cx="654050" cy="654050"/>
            </a:xfrm>
            <a:custGeom>
              <a:avLst/>
              <a:gdLst/>
              <a:ahLst/>
              <a:cxnLst/>
              <a:rect l="l" t="t" r="r" b="b"/>
              <a:pathLst>
                <a:path w="654050" h="654050">
                  <a:moveTo>
                    <a:pt x="326962" y="653935"/>
                  </a:moveTo>
                  <a:lnTo>
                    <a:pt x="375278" y="650390"/>
                  </a:lnTo>
                  <a:lnTo>
                    <a:pt x="421393" y="640093"/>
                  </a:lnTo>
                  <a:lnTo>
                    <a:pt x="464800" y="623549"/>
                  </a:lnTo>
                  <a:lnTo>
                    <a:pt x="504996" y="601263"/>
                  </a:lnTo>
                  <a:lnTo>
                    <a:pt x="541472" y="573741"/>
                  </a:lnTo>
                  <a:lnTo>
                    <a:pt x="573725" y="541489"/>
                  </a:lnTo>
                  <a:lnTo>
                    <a:pt x="601248" y="505012"/>
                  </a:lnTo>
                  <a:lnTo>
                    <a:pt x="623535" y="464816"/>
                  </a:lnTo>
                  <a:lnTo>
                    <a:pt x="640080" y="421406"/>
                  </a:lnTo>
                  <a:lnTo>
                    <a:pt x="650379" y="375288"/>
                  </a:lnTo>
                  <a:lnTo>
                    <a:pt x="653924" y="326967"/>
                  </a:lnTo>
                  <a:lnTo>
                    <a:pt x="650379" y="278646"/>
                  </a:lnTo>
                  <a:lnTo>
                    <a:pt x="640080" y="232528"/>
                  </a:lnTo>
                  <a:lnTo>
                    <a:pt x="623535" y="189118"/>
                  </a:lnTo>
                  <a:lnTo>
                    <a:pt x="601248" y="148922"/>
                  </a:lnTo>
                  <a:lnTo>
                    <a:pt x="573725" y="112445"/>
                  </a:lnTo>
                  <a:lnTo>
                    <a:pt x="541473" y="80193"/>
                  </a:lnTo>
                  <a:lnTo>
                    <a:pt x="504996" y="52672"/>
                  </a:lnTo>
                  <a:lnTo>
                    <a:pt x="464801" y="30386"/>
                  </a:lnTo>
                  <a:lnTo>
                    <a:pt x="421393" y="13842"/>
                  </a:lnTo>
                  <a:lnTo>
                    <a:pt x="375278" y="3544"/>
                  </a:lnTo>
                  <a:lnTo>
                    <a:pt x="326963" y="0"/>
                  </a:lnTo>
                  <a:lnTo>
                    <a:pt x="278647" y="3544"/>
                  </a:lnTo>
                  <a:lnTo>
                    <a:pt x="232532" y="13842"/>
                  </a:lnTo>
                  <a:lnTo>
                    <a:pt x="189124" y="30386"/>
                  </a:lnTo>
                  <a:lnTo>
                    <a:pt x="148929" y="52672"/>
                  </a:lnTo>
                  <a:lnTo>
                    <a:pt x="112452" y="80193"/>
                  </a:lnTo>
                  <a:lnTo>
                    <a:pt x="80199" y="112445"/>
                  </a:lnTo>
                  <a:lnTo>
                    <a:pt x="52676" y="148922"/>
                  </a:lnTo>
                  <a:lnTo>
                    <a:pt x="30389" y="189118"/>
                  </a:lnTo>
                  <a:lnTo>
                    <a:pt x="13843" y="232528"/>
                  </a:lnTo>
                  <a:lnTo>
                    <a:pt x="3545" y="278646"/>
                  </a:lnTo>
                  <a:lnTo>
                    <a:pt x="0" y="326967"/>
                  </a:lnTo>
                  <a:lnTo>
                    <a:pt x="3545" y="375288"/>
                  </a:lnTo>
                  <a:lnTo>
                    <a:pt x="13843" y="421406"/>
                  </a:lnTo>
                  <a:lnTo>
                    <a:pt x="30389" y="464816"/>
                  </a:lnTo>
                  <a:lnTo>
                    <a:pt x="52676" y="505012"/>
                  </a:lnTo>
                  <a:lnTo>
                    <a:pt x="80199" y="541489"/>
                  </a:lnTo>
                  <a:lnTo>
                    <a:pt x="112452" y="573741"/>
                  </a:lnTo>
                  <a:lnTo>
                    <a:pt x="148929" y="601263"/>
                  </a:lnTo>
                  <a:lnTo>
                    <a:pt x="189124" y="623549"/>
                  </a:lnTo>
                  <a:lnTo>
                    <a:pt x="232532" y="640093"/>
                  </a:lnTo>
                  <a:lnTo>
                    <a:pt x="278647" y="650390"/>
                  </a:lnTo>
                  <a:lnTo>
                    <a:pt x="326962" y="653935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84588" y="8784962"/>
              <a:ext cx="292100" cy="295275"/>
            </a:xfrm>
            <a:custGeom>
              <a:avLst/>
              <a:gdLst/>
              <a:ahLst/>
              <a:cxnLst/>
              <a:rect l="l" t="t" r="r" b="b"/>
              <a:pathLst>
                <a:path w="292100" h="295275">
                  <a:moveTo>
                    <a:pt x="0" y="0"/>
                  </a:moveTo>
                  <a:lnTo>
                    <a:pt x="225744" y="0"/>
                  </a:lnTo>
                  <a:lnTo>
                    <a:pt x="292032" y="66340"/>
                  </a:lnTo>
                  <a:lnTo>
                    <a:pt x="109311" y="66340"/>
                  </a:lnTo>
                  <a:lnTo>
                    <a:pt x="292091" y="249208"/>
                  </a:lnTo>
                  <a:lnTo>
                    <a:pt x="292092" y="294659"/>
                  </a:lnTo>
                  <a:lnTo>
                    <a:pt x="246662" y="294659"/>
                  </a:lnTo>
                  <a:lnTo>
                    <a:pt x="61455" y="109486"/>
                  </a:lnTo>
                  <a:lnTo>
                    <a:pt x="61456" y="294659"/>
                  </a:lnTo>
                  <a:lnTo>
                    <a:pt x="1" y="233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117745" y="1044301"/>
            <a:ext cx="636270" cy="636270"/>
            <a:chOff x="15117745" y="1044301"/>
            <a:chExt cx="636270" cy="636270"/>
          </a:xfrm>
        </p:grpSpPr>
        <p:sp>
          <p:nvSpPr>
            <p:cNvPr id="7" name="object 7"/>
            <p:cNvSpPr/>
            <p:nvPr/>
          </p:nvSpPr>
          <p:spPr>
            <a:xfrm>
              <a:off x="15117745" y="1044301"/>
              <a:ext cx="636270" cy="636270"/>
            </a:xfrm>
            <a:custGeom>
              <a:avLst/>
              <a:gdLst/>
              <a:ahLst/>
              <a:cxnLst/>
              <a:rect l="l" t="t" r="r" b="b"/>
              <a:pathLst>
                <a:path w="636269" h="636269">
                  <a:moveTo>
                    <a:pt x="317928" y="0"/>
                  </a:moveTo>
                  <a:lnTo>
                    <a:pt x="270948" y="3448"/>
                  </a:lnTo>
                  <a:lnTo>
                    <a:pt x="226107" y="13466"/>
                  </a:lnTo>
                  <a:lnTo>
                    <a:pt x="183899" y="29560"/>
                  </a:lnTo>
                  <a:lnTo>
                    <a:pt x="144814" y="51240"/>
                  </a:lnTo>
                  <a:lnTo>
                    <a:pt x="109345" y="78013"/>
                  </a:lnTo>
                  <a:lnTo>
                    <a:pt x="77983" y="109387"/>
                  </a:lnTo>
                  <a:lnTo>
                    <a:pt x="51221" y="144870"/>
                  </a:lnTo>
                  <a:lnTo>
                    <a:pt x="29549" y="183970"/>
                  </a:lnTo>
                  <a:lnTo>
                    <a:pt x="13461" y="226195"/>
                  </a:lnTo>
                  <a:lnTo>
                    <a:pt x="3447" y="271054"/>
                  </a:lnTo>
                  <a:lnTo>
                    <a:pt x="0" y="318053"/>
                  </a:lnTo>
                  <a:lnTo>
                    <a:pt x="3447" y="365054"/>
                  </a:lnTo>
                  <a:lnTo>
                    <a:pt x="13461" y="409914"/>
                  </a:lnTo>
                  <a:lnTo>
                    <a:pt x="29549" y="452140"/>
                  </a:lnTo>
                  <a:lnTo>
                    <a:pt x="51221" y="491241"/>
                  </a:lnTo>
                  <a:lnTo>
                    <a:pt x="77984" y="526724"/>
                  </a:lnTo>
                  <a:lnTo>
                    <a:pt x="109346" y="558098"/>
                  </a:lnTo>
                  <a:lnTo>
                    <a:pt x="144815" y="584871"/>
                  </a:lnTo>
                  <a:lnTo>
                    <a:pt x="183900" y="606551"/>
                  </a:lnTo>
                  <a:lnTo>
                    <a:pt x="226108" y="622645"/>
                  </a:lnTo>
                  <a:lnTo>
                    <a:pt x="270948" y="632663"/>
                  </a:lnTo>
                  <a:lnTo>
                    <a:pt x="317928" y="636111"/>
                  </a:lnTo>
                  <a:lnTo>
                    <a:pt x="364907" y="632663"/>
                  </a:lnTo>
                  <a:lnTo>
                    <a:pt x="409743" y="622645"/>
                  </a:lnTo>
                  <a:lnTo>
                    <a:pt x="451945" y="606551"/>
                  </a:lnTo>
                  <a:lnTo>
                    <a:pt x="491021" y="584871"/>
                  </a:lnTo>
                  <a:lnTo>
                    <a:pt x="526482" y="558098"/>
                  </a:lnTo>
                  <a:lnTo>
                    <a:pt x="557834" y="526724"/>
                  </a:lnTo>
                  <a:lnTo>
                    <a:pt x="584588" y="491241"/>
                  </a:lnTo>
                  <a:lnTo>
                    <a:pt x="606252" y="452140"/>
                  </a:lnTo>
                  <a:lnTo>
                    <a:pt x="622334" y="409914"/>
                  </a:lnTo>
                  <a:lnTo>
                    <a:pt x="632344" y="365055"/>
                  </a:lnTo>
                  <a:lnTo>
                    <a:pt x="635789" y="318053"/>
                  </a:lnTo>
                  <a:lnTo>
                    <a:pt x="632343" y="271054"/>
                  </a:lnTo>
                  <a:lnTo>
                    <a:pt x="622334" y="226195"/>
                  </a:lnTo>
                  <a:lnTo>
                    <a:pt x="606252" y="183970"/>
                  </a:lnTo>
                  <a:lnTo>
                    <a:pt x="584588" y="144870"/>
                  </a:lnTo>
                  <a:lnTo>
                    <a:pt x="557834" y="109387"/>
                  </a:lnTo>
                  <a:lnTo>
                    <a:pt x="526481" y="78013"/>
                  </a:lnTo>
                  <a:lnTo>
                    <a:pt x="491021" y="51240"/>
                  </a:lnTo>
                  <a:lnTo>
                    <a:pt x="451944" y="29560"/>
                  </a:lnTo>
                  <a:lnTo>
                    <a:pt x="409742" y="13466"/>
                  </a:lnTo>
                  <a:lnTo>
                    <a:pt x="364906" y="3448"/>
                  </a:lnTo>
                  <a:lnTo>
                    <a:pt x="3179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90031" y="1207332"/>
              <a:ext cx="292100" cy="295275"/>
            </a:xfrm>
            <a:custGeom>
              <a:avLst/>
              <a:gdLst/>
              <a:ahLst/>
              <a:cxnLst/>
              <a:rect l="l" t="t" r="r" b="b"/>
              <a:pathLst>
                <a:path w="292100" h="295275">
                  <a:moveTo>
                    <a:pt x="292080" y="294717"/>
                  </a:moveTo>
                  <a:lnTo>
                    <a:pt x="66342" y="294717"/>
                  </a:lnTo>
                  <a:lnTo>
                    <a:pt x="57" y="228376"/>
                  </a:lnTo>
                  <a:lnTo>
                    <a:pt x="182773" y="228376"/>
                  </a:lnTo>
                  <a:lnTo>
                    <a:pt x="0" y="45508"/>
                  </a:lnTo>
                  <a:lnTo>
                    <a:pt x="0" y="58"/>
                  </a:lnTo>
                  <a:lnTo>
                    <a:pt x="45427" y="58"/>
                  </a:lnTo>
                  <a:lnTo>
                    <a:pt x="230628" y="185230"/>
                  </a:lnTo>
                  <a:lnTo>
                    <a:pt x="230628" y="58"/>
                  </a:lnTo>
                  <a:lnTo>
                    <a:pt x="292081" y="61561"/>
                  </a:lnTo>
                  <a:lnTo>
                    <a:pt x="292080" y="294717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87770" y="1043010"/>
            <a:ext cx="79742" cy="797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68587" y="1043010"/>
            <a:ext cx="79752" cy="7976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28233" y="1043010"/>
            <a:ext cx="79743" cy="7976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87770" y="1409916"/>
            <a:ext cx="79742" cy="797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28234" y="1409916"/>
            <a:ext cx="79743" cy="797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68587" y="1409916"/>
            <a:ext cx="79752" cy="7971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028700" y="4122928"/>
            <a:ext cx="4322445" cy="4322445"/>
            <a:chOff x="1028700" y="4122928"/>
            <a:chExt cx="4322445" cy="4322445"/>
          </a:xfrm>
        </p:grpSpPr>
        <p:sp>
          <p:nvSpPr>
            <p:cNvPr id="16" name="object 16"/>
            <p:cNvSpPr/>
            <p:nvPr/>
          </p:nvSpPr>
          <p:spPr>
            <a:xfrm>
              <a:off x="1028700" y="4122928"/>
              <a:ext cx="4322445" cy="4322445"/>
            </a:xfrm>
            <a:custGeom>
              <a:avLst/>
              <a:gdLst/>
              <a:ahLst/>
              <a:cxnLst/>
              <a:rect l="l" t="t" r="r" b="b"/>
              <a:pathLst>
                <a:path w="4322445" h="4322445">
                  <a:moveTo>
                    <a:pt x="2161032" y="0"/>
                  </a:moveTo>
                  <a:lnTo>
                    <a:pt x="2112760" y="528"/>
                  </a:lnTo>
                  <a:lnTo>
                    <a:pt x="2064748" y="2104"/>
                  </a:lnTo>
                  <a:lnTo>
                    <a:pt x="2017006" y="4719"/>
                  </a:lnTo>
                  <a:lnTo>
                    <a:pt x="1969545" y="8361"/>
                  </a:lnTo>
                  <a:lnTo>
                    <a:pt x="1922377" y="13018"/>
                  </a:lnTo>
                  <a:lnTo>
                    <a:pt x="1875511" y="18681"/>
                  </a:lnTo>
                  <a:lnTo>
                    <a:pt x="1828959" y="25337"/>
                  </a:lnTo>
                  <a:lnTo>
                    <a:pt x="1782733" y="32977"/>
                  </a:lnTo>
                  <a:lnTo>
                    <a:pt x="1736842" y="41588"/>
                  </a:lnTo>
                  <a:lnTo>
                    <a:pt x="1691299" y="51161"/>
                  </a:lnTo>
                  <a:lnTo>
                    <a:pt x="1646113" y="61683"/>
                  </a:lnTo>
                  <a:lnTo>
                    <a:pt x="1601296" y="73145"/>
                  </a:lnTo>
                  <a:lnTo>
                    <a:pt x="1556859" y="85535"/>
                  </a:lnTo>
                  <a:lnTo>
                    <a:pt x="1512813" y="98842"/>
                  </a:lnTo>
                  <a:lnTo>
                    <a:pt x="1469169" y="113056"/>
                  </a:lnTo>
                  <a:lnTo>
                    <a:pt x="1425937" y="128164"/>
                  </a:lnTo>
                  <a:lnTo>
                    <a:pt x="1383129" y="144157"/>
                  </a:lnTo>
                  <a:lnTo>
                    <a:pt x="1340756" y="161023"/>
                  </a:lnTo>
                  <a:lnTo>
                    <a:pt x="1298828" y="178752"/>
                  </a:lnTo>
                  <a:lnTo>
                    <a:pt x="1257358" y="197332"/>
                  </a:lnTo>
                  <a:lnTo>
                    <a:pt x="1216354" y="216752"/>
                  </a:lnTo>
                  <a:lnTo>
                    <a:pt x="1175829" y="237002"/>
                  </a:lnTo>
                  <a:lnTo>
                    <a:pt x="1135794" y="258071"/>
                  </a:lnTo>
                  <a:lnTo>
                    <a:pt x="1096259" y="279946"/>
                  </a:lnTo>
                  <a:lnTo>
                    <a:pt x="1057236" y="302619"/>
                  </a:lnTo>
                  <a:lnTo>
                    <a:pt x="1018735" y="326077"/>
                  </a:lnTo>
                  <a:lnTo>
                    <a:pt x="980767" y="350309"/>
                  </a:lnTo>
                  <a:lnTo>
                    <a:pt x="943344" y="375305"/>
                  </a:lnTo>
                  <a:lnTo>
                    <a:pt x="906476" y="401054"/>
                  </a:lnTo>
                  <a:lnTo>
                    <a:pt x="870175" y="427545"/>
                  </a:lnTo>
                  <a:lnTo>
                    <a:pt x="834450" y="454766"/>
                  </a:lnTo>
                  <a:lnTo>
                    <a:pt x="799314" y="482707"/>
                  </a:lnTo>
                  <a:lnTo>
                    <a:pt x="764777" y="511357"/>
                  </a:lnTo>
                  <a:lnTo>
                    <a:pt x="730850" y="540704"/>
                  </a:lnTo>
                  <a:lnTo>
                    <a:pt x="697545" y="570739"/>
                  </a:lnTo>
                  <a:lnTo>
                    <a:pt x="664871" y="601449"/>
                  </a:lnTo>
                  <a:lnTo>
                    <a:pt x="632841" y="632825"/>
                  </a:lnTo>
                  <a:lnTo>
                    <a:pt x="601464" y="664854"/>
                  </a:lnTo>
                  <a:lnTo>
                    <a:pt x="570752" y="697526"/>
                  </a:lnTo>
                  <a:lnTo>
                    <a:pt x="540717" y="730830"/>
                  </a:lnTo>
                  <a:lnTo>
                    <a:pt x="511368" y="764756"/>
                  </a:lnTo>
                  <a:lnTo>
                    <a:pt x="482717" y="799291"/>
                  </a:lnTo>
                  <a:lnTo>
                    <a:pt x="454775" y="834425"/>
                  </a:lnTo>
                  <a:lnTo>
                    <a:pt x="427553" y="870148"/>
                  </a:lnTo>
                  <a:lnTo>
                    <a:pt x="401062" y="906448"/>
                  </a:lnTo>
                  <a:lnTo>
                    <a:pt x="375312" y="943314"/>
                  </a:lnTo>
                  <a:lnTo>
                    <a:pt x="350315" y="980735"/>
                  </a:lnTo>
                  <a:lnTo>
                    <a:pt x="326082" y="1018700"/>
                  </a:lnTo>
                  <a:lnTo>
                    <a:pt x="302624" y="1057199"/>
                  </a:lnTo>
                  <a:lnTo>
                    <a:pt x="279951" y="1096220"/>
                  </a:lnTo>
                  <a:lnTo>
                    <a:pt x="258074" y="1135752"/>
                  </a:lnTo>
                  <a:lnTo>
                    <a:pt x="237006" y="1175785"/>
                  </a:lnTo>
                  <a:lnTo>
                    <a:pt x="216755" y="1216308"/>
                  </a:lnTo>
                  <a:lnTo>
                    <a:pt x="197335" y="1257308"/>
                  </a:lnTo>
                  <a:lnTo>
                    <a:pt x="178754" y="1298776"/>
                  </a:lnTo>
                  <a:lnTo>
                    <a:pt x="161025" y="1340701"/>
                  </a:lnTo>
                  <a:lnTo>
                    <a:pt x="144159" y="1383071"/>
                  </a:lnTo>
                  <a:lnTo>
                    <a:pt x="128166" y="1425876"/>
                  </a:lnTo>
                  <a:lnTo>
                    <a:pt x="113057" y="1469104"/>
                  </a:lnTo>
                  <a:lnTo>
                    <a:pt x="98843" y="1512745"/>
                  </a:lnTo>
                  <a:lnTo>
                    <a:pt x="85536" y="1556788"/>
                  </a:lnTo>
                  <a:lnTo>
                    <a:pt x="73146" y="1601222"/>
                  </a:lnTo>
                  <a:lnTo>
                    <a:pt x="61684" y="1646035"/>
                  </a:lnTo>
                  <a:lnTo>
                    <a:pt x="51161" y="1691217"/>
                  </a:lnTo>
                  <a:lnTo>
                    <a:pt x="41588" y="1736756"/>
                  </a:lnTo>
                  <a:lnTo>
                    <a:pt x="32977" y="1782643"/>
                  </a:lnTo>
                  <a:lnTo>
                    <a:pt x="25337" y="1828865"/>
                  </a:lnTo>
                  <a:lnTo>
                    <a:pt x="18681" y="1875412"/>
                  </a:lnTo>
                  <a:lnTo>
                    <a:pt x="13018" y="1922274"/>
                  </a:lnTo>
                  <a:lnTo>
                    <a:pt x="8361" y="1969438"/>
                  </a:lnTo>
                  <a:lnTo>
                    <a:pt x="4719" y="2016894"/>
                  </a:lnTo>
                  <a:lnTo>
                    <a:pt x="2104" y="2064631"/>
                  </a:lnTo>
                  <a:lnTo>
                    <a:pt x="528" y="2112638"/>
                  </a:lnTo>
                  <a:lnTo>
                    <a:pt x="0" y="2160905"/>
                  </a:lnTo>
                  <a:lnTo>
                    <a:pt x="0" y="4321937"/>
                  </a:lnTo>
                  <a:lnTo>
                    <a:pt x="2161032" y="4321937"/>
                  </a:lnTo>
                  <a:lnTo>
                    <a:pt x="2209298" y="4321408"/>
                  </a:lnTo>
                  <a:lnTo>
                    <a:pt x="2257305" y="4319832"/>
                  </a:lnTo>
                  <a:lnTo>
                    <a:pt x="2305042" y="4317217"/>
                  </a:lnTo>
                  <a:lnTo>
                    <a:pt x="2352498" y="4313575"/>
                  </a:lnTo>
                  <a:lnTo>
                    <a:pt x="2399662" y="4308918"/>
                  </a:lnTo>
                  <a:lnTo>
                    <a:pt x="2446524" y="4303255"/>
                  </a:lnTo>
                  <a:lnTo>
                    <a:pt x="2493071" y="4296599"/>
                  </a:lnTo>
                  <a:lnTo>
                    <a:pt x="2539293" y="4288959"/>
                  </a:lnTo>
                  <a:lnTo>
                    <a:pt x="2585180" y="4280348"/>
                  </a:lnTo>
                  <a:lnTo>
                    <a:pt x="2630719" y="4270775"/>
                  </a:lnTo>
                  <a:lnTo>
                    <a:pt x="2675901" y="4260252"/>
                  </a:lnTo>
                  <a:lnTo>
                    <a:pt x="2720714" y="4248790"/>
                  </a:lnTo>
                  <a:lnTo>
                    <a:pt x="2765148" y="4236400"/>
                  </a:lnTo>
                  <a:lnTo>
                    <a:pt x="2809191" y="4223093"/>
                  </a:lnTo>
                  <a:lnTo>
                    <a:pt x="2852832" y="4208879"/>
                  </a:lnTo>
                  <a:lnTo>
                    <a:pt x="2896060" y="4193770"/>
                  </a:lnTo>
                  <a:lnTo>
                    <a:pt x="2938865" y="4177777"/>
                  </a:lnTo>
                  <a:lnTo>
                    <a:pt x="2981235" y="4160911"/>
                  </a:lnTo>
                  <a:lnTo>
                    <a:pt x="3023160" y="4143182"/>
                  </a:lnTo>
                  <a:lnTo>
                    <a:pt x="3064628" y="4124601"/>
                  </a:lnTo>
                  <a:lnTo>
                    <a:pt x="3105628" y="4105181"/>
                  </a:lnTo>
                  <a:lnTo>
                    <a:pt x="3146151" y="4084930"/>
                  </a:lnTo>
                  <a:lnTo>
                    <a:pt x="3186184" y="4063862"/>
                  </a:lnTo>
                  <a:lnTo>
                    <a:pt x="3225716" y="4041985"/>
                  </a:lnTo>
                  <a:lnTo>
                    <a:pt x="3264737" y="4019312"/>
                  </a:lnTo>
                  <a:lnTo>
                    <a:pt x="3303236" y="3995854"/>
                  </a:lnTo>
                  <a:lnTo>
                    <a:pt x="3341201" y="3971621"/>
                  </a:lnTo>
                  <a:lnTo>
                    <a:pt x="3378622" y="3946624"/>
                  </a:lnTo>
                  <a:lnTo>
                    <a:pt x="3415488" y="3920874"/>
                  </a:lnTo>
                  <a:lnTo>
                    <a:pt x="3451788" y="3894383"/>
                  </a:lnTo>
                  <a:lnTo>
                    <a:pt x="3487511" y="3867161"/>
                  </a:lnTo>
                  <a:lnTo>
                    <a:pt x="3522645" y="3839219"/>
                  </a:lnTo>
                  <a:lnTo>
                    <a:pt x="3557180" y="3810568"/>
                  </a:lnTo>
                  <a:lnTo>
                    <a:pt x="3591106" y="3781219"/>
                  </a:lnTo>
                  <a:lnTo>
                    <a:pt x="3624410" y="3751184"/>
                  </a:lnTo>
                  <a:lnTo>
                    <a:pt x="3657082" y="3720472"/>
                  </a:lnTo>
                  <a:lnTo>
                    <a:pt x="3689111" y="3689096"/>
                  </a:lnTo>
                  <a:lnTo>
                    <a:pt x="3720487" y="3657065"/>
                  </a:lnTo>
                  <a:lnTo>
                    <a:pt x="3751197" y="3624391"/>
                  </a:lnTo>
                  <a:lnTo>
                    <a:pt x="3781232" y="3591086"/>
                  </a:lnTo>
                  <a:lnTo>
                    <a:pt x="3810579" y="3557159"/>
                  </a:lnTo>
                  <a:lnTo>
                    <a:pt x="3839229" y="3522622"/>
                  </a:lnTo>
                  <a:lnTo>
                    <a:pt x="3867170" y="3487486"/>
                  </a:lnTo>
                  <a:lnTo>
                    <a:pt x="3894391" y="3451761"/>
                  </a:lnTo>
                  <a:lnTo>
                    <a:pt x="3920882" y="3415460"/>
                  </a:lnTo>
                  <a:lnTo>
                    <a:pt x="3946631" y="3378592"/>
                  </a:lnTo>
                  <a:lnTo>
                    <a:pt x="3971627" y="3341169"/>
                  </a:lnTo>
                  <a:lnTo>
                    <a:pt x="3995859" y="3303201"/>
                  </a:lnTo>
                  <a:lnTo>
                    <a:pt x="4019317" y="3264700"/>
                  </a:lnTo>
                  <a:lnTo>
                    <a:pt x="4041990" y="3225677"/>
                  </a:lnTo>
                  <a:lnTo>
                    <a:pt x="4063865" y="3186142"/>
                  </a:lnTo>
                  <a:lnTo>
                    <a:pt x="4084934" y="3146107"/>
                  </a:lnTo>
                  <a:lnTo>
                    <a:pt x="4105184" y="3105582"/>
                  </a:lnTo>
                  <a:lnTo>
                    <a:pt x="4124604" y="3064578"/>
                  </a:lnTo>
                  <a:lnTo>
                    <a:pt x="4143184" y="3023108"/>
                  </a:lnTo>
                  <a:lnTo>
                    <a:pt x="4160913" y="2981180"/>
                  </a:lnTo>
                  <a:lnTo>
                    <a:pt x="4177779" y="2938807"/>
                  </a:lnTo>
                  <a:lnTo>
                    <a:pt x="4193772" y="2895999"/>
                  </a:lnTo>
                  <a:lnTo>
                    <a:pt x="4208880" y="2852767"/>
                  </a:lnTo>
                  <a:lnTo>
                    <a:pt x="4223094" y="2809123"/>
                  </a:lnTo>
                  <a:lnTo>
                    <a:pt x="4236401" y="2765077"/>
                  </a:lnTo>
                  <a:lnTo>
                    <a:pt x="4248791" y="2720640"/>
                  </a:lnTo>
                  <a:lnTo>
                    <a:pt x="4260253" y="2675823"/>
                  </a:lnTo>
                  <a:lnTo>
                    <a:pt x="4270775" y="2630637"/>
                  </a:lnTo>
                  <a:lnTo>
                    <a:pt x="4280348" y="2585094"/>
                  </a:lnTo>
                  <a:lnTo>
                    <a:pt x="4288959" y="2539203"/>
                  </a:lnTo>
                  <a:lnTo>
                    <a:pt x="4296599" y="2492977"/>
                  </a:lnTo>
                  <a:lnTo>
                    <a:pt x="4303255" y="2446425"/>
                  </a:lnTo>
                  <a:lnTo>
                    <a:pt x="4308918" y="2399559"/>
                  </a:lnTo>
                  <a:lnTo>
                    <a:pt x="4313575" y="2352391"/>
                  </a:lnTo>
                  <a:lnTo>
                    <a:pt x="4317217" y="2304930"/>
                  </a:lnTo>
                  <a:lnTo>
                    <a:pt x="4319832" y="2257188"/>
                  </a:lnTo>
                  <a:lnTo>
                    <a:pt x="4321408" y="2209176"/>
                  </a:lnTo>
                  <a:lnTo>
                    <a:pt x="4321937" y="2160905"/>
                  </a:lnTo>
                  <a:lnTo>
                    <a:pt x="4321408" y="2112638"/>
                  </a:lnTo>
                  <a:lnTo>
                    <a:pt x="4319832" y="2064631"/>
                  </a:lnTo>
                  <a:lnTo>
                    <a:pt x="4317217" y="2016894"/>
                  </a:lnTo>
                  <a:lnTo>
                    <a:pt x="4313575" y="1969438"/>
                  </a:lnTo>
                  <a:lnTo>
                    <a:pt x="4308918" y="1922274"/>
                  </a:lnTo>
                  <a:lnTo>
                    <a:pt x="4303255" y="1875412"/>
                  </a:lnTo>
                  <a:lnTo>
                    <a:pt x="4296599" y="1828865"/>
                  </a:lnTo>
                  <a:lnTo>
                    <a:pt x="4288959" y="1782643"/>
                  </a:lnTo>
                  <a:lnTo>
                    <a:pt x="4280348" y="1736756"/>
                  </a:lnTo>
                  <a:lnTo>
                    <a:pt x="4270775" y="1691217"/>
                  </a:lnTo>
                  <a:lnTo>
                    <a:pt x="4260253" y="1646035"/>
                  </a:lnTo>
                  <a:lnTo>
                    <a:pt x="4248791" y="1601222"/>
                  </a:lnTo>
                  <a:lnTo>
                    <a:pt x="4236401" y="1556788"/>
                  </a:lnTo>
                  <a:lnTo>
                    <a:pt x="4223094" y="1512745"/>
                  </a:lnTo>
                  <a:lnTo>
                    <a:pt x="4208880" y="1469104"/>
                  </a:lnTo>
                  <a:lnTo>
                    <a:pt x="4193772" y="1425876"/>
                  </a:lnTo>
                  <a:lnTo>
                    <a:pt x="4177779" y="1383071"/>
                  </a:lnTo>
                  <a:lnTo>
                    <a:pt x="4160913" y="1340701"/>
                  </a:lnTo>
                  <a:lnTo>
                    <a:pt x="4143184" y="1298776"/>
                  </a:lnTo>
                  <a:lnTo>
                    <a:pt x="4124604" y="1257308"/>
                  </a:lnTo>
                  <a:lnTo>
                    <a:pt x="4105184" y="1216308"/>
                  </a:lnTo>
                  <a:lnTo>
                    <a:pt x="4084934" y="1175785"/>
                  </a:lnTo>
                  <a:lnTo>
                    <a:pt x="4063865" y="1135752"/>
                  </a:lnTo>
                  <a:lnTo>
                    <a:pt x="4041990" y="1096220"/>
                  </a:lnTo>
                  <a:lnTo>
                    <a:pt x="4019317" y="1057199"/>
                  </a:lnTo>
                  <a:lnTo>
                    <a:pt x="3995859" y="1018700"/>
                  </a:lnTo>
                  <a:lnTo>
                    <a:pt x="3971627" y="980735"/>
                  </a:lnTo>
                  <a:lnTo>
                    <a:pt x="3946631" y="943314"/>
                  </a:lnTo>
                  <a:lnTo>
                    <a:pt x="3920882" y="906448"/>
                  </a:lnTo>
                  <a:lnTo>
                    <a:pt x="3894391" y="870148"/>
                  </a:lnTo>
                  <a:lnTo>
                    <a:pt x="3867170" y="834425"/>
                  </a:lnTo>
                  <a:lnTo>
                    <a:pt x="3839229" y="799291"/>
                  </a:lnTo>
                  <a:lnTo>
                    <a:pt x="3810579" y="764756"/>
                  </a:lnTo>
                  <a:lnTo>
                    <a:pt x="3781232" y="730830"/>
                  </a:lnTo>
                  <a:lnTo>
                    <a:pt x="3751197" y="697526"/>
                  </a:lnTo>
                  <a:lnTo>
                    <a:pt x="3720487" y="664854"/>
                  </a:lnTo>
                  <a:lnTo>
                    <a:pt x="3689111" y="632825"/>
                  </a:lnTo>
                  <a:lnTo>
                    <a:pt x="3657082" y="601449"/>
                  </a:lnTo>
                  <a:lnTo>
                    <a:pt x="3624410" y="570739"/>
                  </a:lnTo>
                  <a:lnTo>
                    <a:pt x="3591106" y="540704"/>
                  </a:lnTo>
                  <a:lnTo>
                    <a:pt x="3557180" y="511357"/>
                  </a:lnTo>
                  <a:lnTo>
                    <a:pt x="3522645" y="482707"/>
                  </a:lnTo>
                  <a:lnTo>
                    <a:pt x="3487511" y="454766"/>
                  </a:lnTo>
                  <a:lnTo>
                    <a:pt x="3451788" y="427545"/>
                  </a:lnTo>
                  <a:lnTo>
                    <a:pt x="3415488" y="401054"/>
                  </a:lnTo>
                  <a:lnTo>
                    <a:pt x="3378622" y="375305"/>
                  </a:lnTo>
                  <a:lnTo>
                    <a:pt x="3341201" y="350309"/>
                  </a:lnTo>
                  <a:lnTo>
                    <a:pt x="3303236" y="326077"/>
                  </a:lnTo>
                  <a:lnTo>
                    <a:pt x="3264737" y="302619"/>
                  </a:lnTo>
                  <a:lnTo>
                    <a:pt x="3225716" y="279946"/>
                  </a:lnTo>
                  <a:lnTo>
                    <a:pt x="3186184" y="258071"/>
                  </a:lnTo>
                  <a:lnTo>
                    <a:pt x="3146151" y="237002"/>
                  </a:lnTo>
                  <a:lnTo>
                    <a:pt x="3105628" y="216752"/>
                  </a:lnTo>
                  <a:lnTo>
                    <a:pt x="3064628" y="197332"/>
                  </a:lnTo>
                  <a:lnTo>
                    <a:pt x="3023160" y="178752"/>
                  </a:lnTo>
                  <a:lnTo>
                    <a:pt x="2981235" y="161023"/>
                  </a:lnTo>
                  <a:lnTo>
                    <a:pt x="2938865" y="144157"/>
                  </a:lnTo>
                  <a:lnTo>
                    <a:pt x="2896060" y="128164"/>
                  </a:lnTo>
                  <a:lnTo>
                    <a:pt x="2852832" y="113056"/>
                  </a:lnTo>
                  <a:lnTo>
                    <a:pt x="2809191" y="98842"/>
                  </a:lnTo>
                  <a:lnTo>
                    <a:pt x="2765148" y="85535"/>
                  </a:lnTo>
                  <a:lnTo>
                    <a:pt x="2720714" y="73145"/>
                  </a:lnTo>
                  <a:lnTo>
                    <a:pt x="2675901" y="61683"/>
                  </a:lnTo>
                  <a:lnTo>
                    <a:pt x="2630719" y="51161"/>
                  </a:lnTo>
                  <a:lnTo>
                    <a:pt x="2585180" y="41588"/>
                  </a:lnTo>
                  <a:lnTo>
                    <a:pt x="2539293" y="32977"/>
                  </a:lnTo>
                  <a:lnTo>
                    <a:pt x="2493071" y="25337"/>
                  </a:lnTo>
                  <a:lnTo>
                    <a:pt x="2446524" y="18681"/>
                  </a:lnTo>
                  <a:lnTo>
                    <a:pt x="2399662" y="13018"/>
                  </a:lnTo>
                  <a:lnTo>
                    <a:pt x="2352498" y="8361"/>
                  </a:lnTo>
                  <a:lnTo>
                    <a:pt x="2305042" y="4719"/>
                  </a:lnTo>
                  <a:lnTo>
                    <a:pt x="2257305" y="2104"/>
                  </a:lnTo>
                  <a:lnTo>
                    <a:pt x="2209298" y="528"/>
                  </a:lnTo>
                  <a:lnTo>
                    <a:pt x="21610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7620" y="4390009"/>
              <a:ext cx="3824097" cy="382409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028700" y="937005"/>
            <a:ext cx="14897735" cy="3183255"/>
            <a:chOff x="1028700" y="937005"/>
            <a:chExt cx="14897735" cy="318325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700" y="937005"/>
              <a:ext cx="2654173" cy="153009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700" y="2062352"/>
              <a:ext cx="14897481" cy="2057654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979795" y="4772152"/>
            <a:ext cx="2686050" cy="989330"/>
            <a:chOff x="5979795" y="4772152"/>
            <a:chExt cx="2686050" cy="989330"/>
          </a:xfrm>
        </p:grpSpPr>
        <p:sp>
          <p:nvSpPr>
            <p:cNvPr id="22" name="object 22"/>
            <p:cNvSpPr/>
            <p:nvPr/>
          </p:nvSpPr>
          <p:spPr>
            <a:xfrm>
              <a:off x="5979795" y="4772152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09" h="989329">
                  <a:moveTo>
                    <a:pt x="1833118" y="0"/>
                  </a:moveTo>
                  <a:lnTo>
                    <a:pt x="494664" y="0"/>
                  </a:lnTo>
                  <a:lnTo>
                    <a:pt x="447028" y="2264"/>
                  </a:lnTo>
                  <a:lnTo>
                    <a:pt x="400672" y="8920"/>
                  </a:lnTo>
                  <a:lnTo>
                    <a:pt x="355804" y="19759"/>
                  </a:lnTo>
                  <a:lnTo>
                    <a:pt x="312631" y="34575"/>
                  </a:lnTo>
                  <a:lnTo>
                    <a:pt x="271360" y="53159"/>
                  </a:lnTo>
                  <a:lnTo>
                    <a:pt x="232200" y="75305"/>
                  </a:lnTo>
                  <a:lnTo>
                    <a:pt x="195357" y="100805"/>
                  </a:lnTo>
                  <a:lnTo>
                    <a:pt x="161038" y="129452"/>
                  </a:lnTo>
                  <a:lnTo>
                    <a:pt x="129452" y="161038"/>
                  </a:lnTo>
                  <a:lnTo>
                    <a:pt x="100805" y="195357"/>
                  </a:lnTo>
                  <a:lnTo>
                    <a:pt x="75305" y="232200"/>
                  </a:lnTo>
                  <a:lnTo>
                    <a:pt x="53159" y="271360"/>
                  </a:lnTo>
                  <a:lnTo>
                    <a:pt x="34575" y="312631"/>
                  </a:lnTo>
                  <a:lnTo>
                    <a:pt x="19759" y="355804"/>
                  </a:lnTo>
                  <a:lnTo>
                    <a:pt x="8920" y="400672"/>
                  </a:lnTo>
                  <a:lnTo>
                    <a:pt x="2264" y="447028"/>
                  </a:lnTo>
                  <a:lnTo>
                    <a:pt x="0" y="494664"/>
                  </a:lnTo>
                  <a:lnTo>
                    <a:pt x="2264" y="542301"/>
                  </a:lnTo>
                  <a:lnTo>
                    <a:pt x="8920" y="588657"/>
                  </a:lnTo>
                  <a:lnTo>
                    <a:pt x="19759" y="633525"/>
                  </a:lnTo>
                  <a:lnTo>
                    <a:pt x="34575" y="676698"/>
                  </a:lnTo>
                  <a:lnTo>
                    <a:pt x="53159" y="717969"/>
                  </a:lnTo>
                  <a:lnTo>
                    <a:pt x="75305" y="757129"/>
                  </a:lnTo>
                  <a:lnTo>
                    <a:pt x="100805" y="793972"/>
                  </a:lnTo>
                  <a:lnTo>
                    <a:pt x="129452" y="828291"/>
                  </a:lnTo>
                  <a:lnTo>
                    <a:pt x="161038" y="859877"/>
                  </a:lnTo>
                  <a:lnTo>
                    <a:pt x="195357" y="888524"/>
                  </a:lnTo>
                  <a:lnTo>
                    <a:pt x="232200" y="914024"/>
                  </a:lnTo>
                  <a:lnTo>
                    <a:pt x="271360" y="936170"/>
                  </a:lnTo>
                  <a:lnTo>
                    <a:pt x="312631" y="954754"/>
                  </a:lnTo>
                  <a:lnTo>
                    <a:pt x="355804" y="969570"/>
                  </a:lnTo>
                  <a:lnTo>
                    <a:pt x="400672" y="980409"/>
                  </a:lnTo>
                  <a:lnTo>
                    <a:pt x="447028" y="987065"/>
                  </a:lnTo>
                  <a:lnTo>
                    <a:pt x="494664" y="989330"/>
                  </a:lnTo>
                  <a:lnTo>
                    <a:pt x="1833118" y="989330"/>
                  </a:lnTo>
                  <a:lnTo>
                    <a:pt x="1880754" y="987065"/>
                  </a:lnTo>
                  <a:lnTo>
                    <a:pt x="1927110" y="980409"/>
                  </a:lnTo>
                  <a:lnTo>
                    <a:pt x="1971978" y="969570"/>
                  </a:lnTo>
                  <a:lnTo>
                    <a:pt x="2015151" y="954754"/>
                  </a:lnTo>
                  <a:lnTo>
                    <a:pt x="2056422" y="936170"/>
                  </a:lnTo>
                  <a:lnTo>
                    <a:pt x="2095582" y="914024"/>
                  </a:lnTo>
                  <a:lnTo>
                    <a:pt x="2132425" y="888524"/>
                  </a:lnTo>
                  <a:lnTo>
                    <a:pt x="2166744" y="859877"/>
                  </a:lnTo>
                  <a:lnTo>
                    <a:pt x="2198330" y="828291"/>
                  </a:lnTo>
                  <a:lnTo>
                    <a:pt x="2226977" y="793972"/>
                  </a:lnTo>
                  <a:lnTo>
                    <a:pt x="2252477" y="757129"/>
                  </a:lnTo>
                  <a:lnTo>
                    <a:pt x="2274623" y="717969"/>
                  </a:lnTo>
                  <a:lnTo>
                    <a:pt x="2293207" y="676698"/>
                  </a:lnTo>
                  <a:lnTo>
                    <a:pt x="2308023" y="633525"/>
                  </a:lnTo>
                  <a:lnTo>
                    <a:pt x="2318862" y="588657"/>
                  </a:lnTo>
                  <a:lnTo>
                    <a:pt x="2325518" y="542301"/>
                  </a:lnTo>
                  <a:lnTo>
                    <a:pt x="2327782" y="494664"/>
                  </a:lnTo>
                  <a:lnTo>
                    <a:pt x="2325518" y="447028"/>
                  </a:lnTo>
                  <a:lnTo>
                    <a:pt x="2318862" y="400672"/>
                  </a:lnTo>
                  <a:lnTo>
                    <a:pt x="2308023" y="355804"/>
                  </a:lnTo>
                  <a:lnTo>
                    <a:pt x="2293207" y="312631"/>
                  </a:lnTo>
                  <a:lnTo>
                    <a:pt x="2274623" y="271360"/>
                  </a:lnTo>
                  <a:lnTo>
                    <a:pt x="2252477" y="232200"/>
                  </a:lnTo>
                  <a:lnTo>
                    <a:pt x="2226977" y="195357"/>
                  </a:lnTo>
                  <a:lnTo>
                    <a:pt x="2198330" y="161038"/>
                  </a:lnTo>
                  <a:lnTo>
                    <a:pt x="2166744" y="129452"/>
                  </a:lnTo>
                  <a:lnTo>
                    <a:pt x="2132425" y="100805"/>
                  </a:lnTo>
                  <a:lnTo>
                    <a:pt x="2095582" y="75305"/>
                  </a:lnTo>
                  <a:lnTo>
                    <a:pt x="2056422" y="53159"/>
                  </a:lnTo>
                  <a:lnTo>
                    <a:pt x="2015151" y="34575"/>
                  </a:lnTo>
                  <a:lnTo>
                    <a:pt x="1971978" y="19759"/>
                  </a:lnTo>
                  <a:lnTo>
                    <a:pt x="1927110" y="8920"/>
                  </a:lnTo>
                  <a:lnTo>
                    <a:pt x="1880754" y="2264"/>
                  </a:lnTo>
                  <a:lnTo>
                    <a:pt x="1833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49658" y="4908845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79" h="716279">
                  <a:moveTo>
                    <a:pt x="358039" y="0"/>
                  </a:moveTo>
                  <a:lnTo>
                    <a:pt x="309455" y="3268"/>
                  </a:lnTo>
                  <a:lnTo>
                    <a:pt x="262858" y="12789"/>
                  </a:lnTo>
                  <a:lnTo>
                    <a:pt x="218674" y="28137"/>
                  </a:lnTo>
                  <a:lnTo>
                    <a:pt x="177330" y="48883"/>
                  </a:lnTo>
                  <a:lnTo>
                    <a:pt x="139252" y="74602"/>
                  </a:lnTo>
                  <a:lnTo>
                    <a:pt x="104867" y="104866"/>
                  </a:lnTo>
                  <a:lnTo>
                    <a:pt x="74601" y="139250"/>
                  </a:lnTo>
                  <a:lnTo>
                    <a:pt x="48882" y="177325"/>
                  </a:lnTo>
                  <a:lnTo>
                    <a:pt x="28136" y="218665"/>
                  </a:lnTo>
                  <a:lnTo>
                    <a:pt x="12789" y="262843"/>
                  </a:lnTo>
                  <a:lnTo>
                    <a:pt x="3268" y="309434"/>
                  </a:lnTo>
                  <a:lnTo>
                    <a:pt x="0" y="358008"/>
                  </a:lnTo>
                  <a:lnTo>
                    <a:pt x="3268" y="406586"/>
                  </a:lnTo>
                  <a:lnTo>
                    <a:pt x="12789" y="453178"/>
                  </a:lnTo>
                  <a:lnTo>
                    <a:pt x="28136" y="497357"/>
                  </a:lnTo>
                  <a:lnTo>
                    <a:pt x="48883" y="538696"/>
                  </a:lnTo>
                  <a:lnTo>
                    <a:pt x="74602" y="576769"/>
                  </a:lnTo>
                  <a:lnTo>
                    <a:pt x="104867" y="611150"/>
                  </a:lnTo>
                  <a:lnTo>
                    <a:pt x="139252" y="641411"/>
                  </a:lnTo>
                  <a:lnTo>
                    <a:pt x="177330" y="667127"/>
                  </a:lnTo>
                  <a:lnTo>
                    <a:pt x="218675" y="687871"/>
                  </a:lnTo>
                  <a:lnTo>
                    <a:pt x="262859" y="703216"/>
                  </a:lnTo>
                  <a:lnTo>
                    <a:pt x="309456" y="712736"/>
                  </a:lnTo>
                  <a:lnTo>
                    <a:pt x="358040" y="716004"/>
                  </a:lnTo>
                  <a:lnTo>
                    <a:pt x="406623" y="712736"/>
                  </a:lnTo>
                  <a:lnTo>
                    <a:pt x="453220" y="703216"/>
                  </a:lnTo>
                  <a:lnTo>
                    <a:pt x="497405" y="687871"/>
                  </a:lnTo>
                  <a:lnTo>
                    <a:pt x="538751" y="667127"/>
                  </a:lnTo>
                  <a:lnTo>
                    <a:pt x="576832" y="641411"/>
                  </a:lnTo>
                  <a:lnTo>
                    <a:pt x="611220" y="611150"/>
                  </a:lnTo>
                  <a:lnTo>
                    <a:pt x="641488" y="576769"/>
                  </a:lnTo>
                  <a:lnTo>
                    <a:pt x="667210" y="538696"/>
                  </a:lnTo>
                  <a:lnTo>
                    <a:pt x="687960" y="497357"/>
                  </a:lnTo>
                  <a:lnTo>
                    <a:pt x="703309" y="453178"/>
                  </a:lnTo>
                  <a:lnTo>
                    <a:pt x="712831" y="406587"/>
                  </a:lnTo>
                  <a:lnTo>
                    <a:pt x="716100" y="358009"/>
                  </a:lnTo>
                  <a:lnTo>
                    <a:pt x="712823" y="309434"/>
                  </a:lnTo>
                  <a:lnTo>
                    <a:pt x="703295" y="262844"/>
                  </a:lnTo>
                  <a:lnTo>
                    <a:pt x="687942" y="218665"/>
                  </a:lnTo>
                  <a:lnTo>
                    <a:pt x="667192" y="177325"/>
                  </a:lnTo>
                  <a:lnTo>
                    <a:pt x="641470" y="139250"/>
                  </a:lnTo>
                  <a:lnTo>
                    <a:pt x="611204" y="104867"/>
                  </a:lnTo>
                  <a:lnTo>
                    <a:pt x="576819" y="74602"/>
                  </a:lnTo>
                  <a:lnTo>
                    <a:pt x="538742" y="48883"/>
                  </a:lnTo>
                  <a:lnTo>
                    <a:pt x="497399" y="28137"/>
                  </a:lnTo>
                  <a:lnTo>
                    <a:pt x="453216" y="12790"/>
                  </a:lnTo>
                  <a:lnTo>
                    <a:pt x="406621" y="3268"/>
                  </a:lnTo>
                  <a:lnTo>
                    <a:pt x="35803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96410" y="5115458"/>
              <a:ext cx="422275" cy="302895"/>
            </a:xfrm>
            <a:custGeom>
              <a:avLst/>
              <a:gdLst/>
              <a:ahLst/>
              <a:cxnLst/>
              <a:rect l="l" t="t" r="r" b="b"/>
              <a:pathLst>
                <a:path w="422275" h="302895">
                  <a:moveTo>
                    <a:pt x="373150" y="0"/>
                  </a:moveTo>
                  <a:lnTo>
                    <a:pt x="354672" y="3596"/>
                  </a:lnTo>
                  <a:lnTo>
                    <a:pt x="338426" y="14384"/>
                  </a:lnTo>
                  <a:lnTo>
                    <a:pt x="168580" y="184304"/>
                  </a:lnTo>
                  <a:lnTo>
                    <a:pt x="83781" y="99528"/>
                  </a:lnTo>
                  <a:lnTo>
                    <a:pt x="30609" y="88739"/>
                  </a:lnTo>
                  <a:lnTo>
                    <a:pt x="3593" y="115757"/>
                  </a:lnTo>
                  <a:lnTo>
                    <a:pt x="0" y="134221"/>
                  </a:lnTo>
                  <a:lnTo>
                    <a:pt x="3593" y="152686"/>
                  </a:lnTo>
                  <a:lnTo>
                    <a:pt x="133884" y="288415"/>
                  </a:lnTo>
                  <a:lnTo>
                    <a:pt x="168592" y="302790"/>
                  </a:lnTo>
                  <a:lnTo>
                    <a:pt x="178216" y="301837"/>
                  </a:lnTo>
                  <a:lnTo>
                    <a:pt x="407875" y="83784"/>
                  </a:lnTo>
                  <a:lnTo>
                    <a:pt x="422231" y="49069"/>
                  </a:lnTo>
                  <a:lnTo>
                    <a:pt x="418642" y="30605"/>
                  </a:lnTo>
                  <a:lnTo>
                    <a:pt x="407875" y="14384"/>
                  </a:lnTo>
                  <a:lnTo>
                    <a:pt x="391628" y="3596"/>
                  </a:lnTo>
                  <a:lnTo>
                    <a:pt x="37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7584" y="4980432"/>
              <a:ext cx="850392" cy="5593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4512" y="4980432"/>
              <a:ext cx="850392" cy="559308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5969761" y="7795514"/>
            <a:ext cx="2686050" cy="989330"/>
            <a:chOff x="5969761" y="7795514"/>
            <a:chExt cx="2686050" cy="989330"/>
          </a:xfrm>
        </p:grpSpPr>
        <p:sp>
          <p:nvSpPr>
            <p:cNvPr id="42" name="object 42"/>
            <p:cNvSpPr/>
            <p:nvPr/>
          </p:nvSpPr>
          <p:spPr>
            <a:xfrm>
              <a:off x="5969761" y="7795514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09" h="989329">
                  <a:moveTo>
                    <a:pt x="1833117" y="0"/>
                  </a:moveTo>
                  <a:lnTo>
                    <a:pt x="494664" y="0"/>
                  </a:lnTo>
                  <a:lnTo>
                    <a:pt x="447028" y="2264"/>
                  </a:lnTo>
                  <a:lnTo>
                    <a:pt x="400672" y="8920"/>
                  </a:lnTo>
                  <a:lnTo>
                    <a:pt x="355804" y="19759"/>
                  </a:lnTo>
                  <a:lnTo>
                    <a:pt x="312631" y="34575"/>
                  </a:lnTo>
                  <a:lnTo>
                    <a:pt x="271360" y="53159"/>
                  </a:lnTo>
                  <a:lnTo>
                    <a:pt x="232200" y="75305"/>
                  </a:lnTo>
                  <a:lnTo>
                    <a:pt x="195357" y="100805"/>
                  </a:lnTo>
                  <a:lnTo>
                    <a:pt x="161038" y="129452"/>
                  </a:lnTo>
                  <a:lnTo>
                    <a:pt x="129452" y="161038"/>
                  </a:lnTo>
                  <a:lnTo>
                    <a:pt x="100805" y="195357"/>
                  </a:lnTo>
                  <a:lnTo>
                    <a:pt x="75305" y="232200"/>
                  </a:lnTo>
                  <a:lnTo>
                    <a:pt x="53159" y="271360"/>
                  </a:lnTo>
                  <a:lnTo>
                    <a:pt x="34575" y="312631"/>
                  </a:lnTo>
                  <a:lnTo>
                    <a:pt x="19759" y="355804"/>
                  </a:lnTo>
                  <a:lnTo>
                    <a:pt x="8920" y="400672"/>
                  </a:lnTo>
                  <a:lnTo>
                    <a:pt x="2264" y="447028"/>
                  </a:lnTo>
                  <a:lnTo>
                    <a:pt x="0" y="494665"/>
                  </a:lnTo>
                  <a:lnTo>
                    <a:pt x="2264" y="542301"/>
                  </a:lnTo>
                  <a:lnTo>
                    <a:pt x="8920" y="588657"/>
                  </a:lnTo>
                  <a:lnTo>
                    <a:pt x="19759" y="633525"/>
                  </a:lnTo>
                  <a:lnTo>
                    <a:pt x="34575" y="676698"/>
                  </a:lnTo>
                  <a:lnTo>
                    <a:pt x="53159" y="717969"/>
                  </a:lnTo>
                  <a:lnTo>
                    <a:pt x="75305" y="757129"/>
                  </a:lnTo>
                  <a:lnTo>
                    <a:pt x="100805" y="793972"/>
                  </a:lnTo>
                  <a:lnTo>
                    <a:pt x="129452" y="828291"/>
                  </a:lnTo>
                  <a:lnTo>
                    <a:pt x="161038" y="859877"/>
                  </a:lnTo>
                  <a:lnTo>
                    <a:pt x="195357" y="888524"/>
                  </a:lnTo>
                  <a:lnTo>
                    <a:pt x="232200" y="914024"/>
                  </a:lnTo>
                  <a:lnTo>
                    <a:pt x="271360" y="936170"/>
                  </a:lnTo>
                  <a:lnTo>
                    <a:pt x="312631" y="954754"/>
                  </a:lnTo>
                  <a:lnTo>
                    <a:pt x="355804" y="969570"/>
                  </a:lnTo>
                  <a:lnTo>
                    <a:pt x="400672" y="980409"/>
                  </a:lnTo>
                  <a:lnTo>
                    <a:pt x="447028" y="987065"/>
                  </a:lnTo>
                  <a:lnTo>
                    <a:pt x="494664" y="989330"/>
                  </a:lnTo>
                  <a:lnTo>
                    <a:pt x="1833117" y="989330"/>
                  </a:lnTo>
                  <a:lnTo>
                    <a:pt x="1880754" y="987065"/>
                  </a:lnTo>
                  <a:lnTo>
                    <a:pt x="1927110" y="980409"/>
                  </a:lnTo>
                  <a:lnTo>
                    <a:pt x="1971978" y="969570"/>
                  </a:lnTo>
                  <a:lnTo>
                    <a:pt x="2015151" y="954754"/>
                  </a:lnTo>
                  <a:lnTo>
                    <a:pt x="2056422" y="936170"/>
                  </a:lnTo>
                  <a:lnTo>
                    <a:pt x="2095582" y="914024"/>
                  </a:lnTo>
                  <a:lnTo>
                    <a:pt x="2132425" y="888524"/>
                  </a:lnTo>
                  <a:lnTo>
                    <a:pt x="2166744" y="859877"/>
                  </a:lnTo>
                  <a:lnTo>
                    <a:pt x="2198330" y="828291"/>
                  </a:lnTo>
                  <a:lnTo>
                    <a:pt x="2226977" y="793972"/>
                  </a:lnTo>
                  <a:lnTo>
                    <a:pt x="2252477" y="757129"/>
                  </a:lnTo>
                  <a:lnTo>
                    <a:pt x="2274623" y="717969"/>
                  </a:lnTo>
                  <a:lnTo>
                    <a:pt x="2293207" y="676698"/>
                  </a:lnTo>
                  <a:lnTo>
                    <a:pt x="2308023" y="633525"/>
                  </a:lnTo>
                  <a:lnTo>
                    <a:pt x="2318862" y="588657"/>
                  </a:lnTo>
                  <a:lnTo>
                    <a:pt x="2325518" y="542301"/>
                  </a:lnTo>
                  <a:lnTo>
                    <a:pt x="2327783" y="494665"/>
                  </a:lnTo>
                  <a:lnTo>
                    <a:pt x="2325518" y="447028"/>
                  </a:lnTo>
                  <a:lnTo>
                    <a:pt x="2318862" y="400672"/>
                  </a:lnTo>
                  <a:lnTo>
                    <a:pt x="2308023" y="355804"/>
                  </a:lnTo>
                  <a:lnTo>
                    <a:pt x="2293207" y="312631"/>
                  </a:lnTo>
                  <a:lnTo>
                    <a:pt x="2274623" y="271360"/>
                  </a:lnTo>
                  <a:lnTo>
                    <a:pt x="2252477" y="232200"/>
                  </a:lnTo>
                  <a:lnTo>
                    <a:pt x="2226977" y="195357"/>
                  </a:lnTo>
                  <a:lnTo>
                    <a:pt x="2198330" y="161038"/>
                  </a:lnTo>
                  <a:lnTo>
                    <a:pt x="2166744" y="129452"/>
                  </a:lnTo>
                  <a:lnTo>
                    <a:pt x="2132425" y="100805"/>
                  </a:lnTo>
                  <a:lnTo>
                    <a:pt x="2095582" y="75305"/>
                  </a:lnTo>
                  <a:lnTo>
                    <a:pt x="2056422" y="53159"/>
                  </a:lnTo>
                  <a:lnTo>
                    <a:pt x="2015151" y="34575"/>
                  </a:lnTo>
                  <a:lnTo>
                    <a:pt x="1971978" y="19759"/>
                  </a:lnTo>
                  <a:lnTo>
                    <a:pt x="1927110" y="8920"/>
                  </a:lnTo>
                  <a:lnTo>
                    <a:pt x="1880754" y="2264"/>
                  </a:lnTo>
                  <a:lnTo>
                    <a:pt x="1833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939625" y="7932207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79" h="716279">
                  <a:moveTo>
                    <a:pt x="358039" y="0"/>
                  </a:moveTo>
                  <a:lnTo>
                    <a:pt x="309455" y="3268"/>
                  </a:lnTo>
                  <a:lnTo>
                    <a:pt x="262858" y="12790"/>
                  </a:lnTo>
                  <a:lnTo>
                    <a:pt x="218674" y="28137"/>
                  </a:lnTo>
                  <a:lnTo>
                    <a:pt x="177330" y="48883"/>
                  </a:lnTo>
                  <a:lnTo>
                    <a:pt x="139252" y="74602"/>
                  </a:lnTo>
                  <a:lnTo>
                    <a:pt x="104867" y="104867"/>
                  </a:lnTo>
                  <a:lnTo>
                    <a:pt x="74601" y="139250"/>
                  </a:lnTo>
                  <a:lnTo>
                    <a:pt x="48882" y="177325"/>
                  </a:lnTo>
                  <a:lnTo>
                    <a:pt x="28136" y="218665"/>
                  </a:lnTo>
                  <a:lnTo>
                    <a:pt x="12789" y="262844"/>
                  </a:lnTo>
                  <a:lnTo>
                    <a:pt x="3268" y="309434"/>
                  </a:lnTo>
                  <a:lnTo>
                    <a:pt x="0" y="358008"/>
                  </a:lnTo>
                  <a:lnTo>
                    <a:pt x="3268" y="406586"/>
                  </a:lnTo>
                  <a:lnTo>
                    <a:pt x="12789" y="453178"/>
                  </a:lnTo>
                  <a:lnTo>
                    <a:pt x="28136" y="497357"/>
                  </a:lnTo>
                  <a:lnTo>
                    <a:pt x="48883" y="538696"/>
                  </a:lnTo>
                  <a:lnTo>
                    <a:pt x="74602" y="576769"/>
                  </a:lnTo>
                  <a:lnTo>
                    <a:pt x="104867" y="611150"/>
                  </a:lnTo>
                  <a:lnTo>
                    <a:pt x="139252" y="641411"/>
                  </a:lnTo>
                  <a:lnTo>
                    <a:pt x="177330" y="667127"/>
                  </a:lnTo>
                  <a:lnTo>
                    <a:pt x="218675" y="687871"/>
                  </a:lnTo>
                  <a:lnTo>
                    <a:pt x="262859" y="703216"/>
                  </a:lnTo>
                  <a:lnTo>
                    <a:pt x="309456" y="712736"/>
                  </a:lnTo>
                  <a:lnTo>
                    <a:pt x="358040" y="716004"/>
                  </a:lnTo>
                  <a:lnTo>
                    <a:pt x="406623" y="712736"/>
                  </a:lnTo>
                  <a:lnTo>
                    <a:pt x="453220" y="703216"/>
                  </a:lnTo>
                  <a:lnTo>
                    <a:pt x="497405" y="687871"/>
                  </a:lnTo>
                  <a:lnTo>
                    <a:pt x="538751" y="667127"/>
                  </a:lnTo>
                  <a:lnTo>
                    <a:pt x="576832" y="641411"/>
                  </a:lnTo>
                  <a:lnTo>
                    <a:pt x="611220" y="611150"/>
                  </a:lnTo>
                  <a:lnTo>
                    <a:pt x="641488" y="576769"/>
                  </a:lnTo>
                  <a:lnTo>
                    <a:pt x="667210" y="538696"/>
                  </a:lnTo>
                  <a:lnTo>
                    <a:pt x="687960" y="497357"/>
                  </a:lnTo>
                  <a:lnTo>
                    <a:pt x="703309" y="453178"/>
                  </a:lnTo>
                  <a:lnTo>
                    <a:pt x="712831" y="406587"/>
                  </a:lnTo>
                  <a:lnTo>
                    <a:pt x="716100" y="358009"/>
                  </a:lnTo>
                  <a:lnTo>
                    <a:pt x="712823" y="309434"/>
                  </a:lnTo>
                  <a:lnTo>
                    <a:pt x="703295" y="262844"/>
                  </a:lnTo>
                  <a:lnTo>
                    <a:pt x="687942" y="218665"/>
                  </a:lnTo>
                  <a:lnTo>
                    <a:pt x="667192" y="177325"/>
                  </a:lnTo>
                  <a:lnTo>
                    <a:pt x="641470" y="139250"/>
                  </a:lnTo>
                  <a:lnTo>
                    <a:pt x="611204" y="104867"/>
                  </a:lnTo>
                  <a:lnTo>
                    <a:pt x="576819" y="74602"/>
                  </a:lnTo>
                  <a:lnTo>
                    <a:pt x="538742" y="48883"/>
                  </a:lnTo>
                  <a:lnTo>
                    <a:pt x="497399" y="28137"/>
                  </a:lnTo>
                  <a:lnTo>
                    <a:pt x="453216" y="12790"/>
                  </a:lnTo>
                  <a:lnTo>
                    <a:pt x="406621" y="3268"/>
                  </a:lnTo>
                  <a:lnTo>
                    <a:pt x="35803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086377" y="8138820"/>
              <a:ext cx="422275" cy="302895"/>
            </a:xfrm>
            <a:custGeom>
              <a:avLst/>
              <a:gdLst/>
              <a:ahLst/>
              <a:cxnLst/>
              <a:rect l="l" t="t" r="r" b="b"/>
              <a:pathLst>
                <a:path w="422275" h="302895">
                  <a:moveTo>
                    <a:pt x="373150" y="0"/>
                  </a:moveTo>
                  <a:lnTo>
                    <a:pt x="354672" y="3596"/>
                  </a:lnTo>
                  <a:lnTo>
                    <a:pt x="338426" y="14384"/>
                  </a:lnTo>
                  <a:lnTo>
                    <a:pt x="168580" y="184304"/>
                  </a:lnTo>
                  <a:lnTo>
                    <a:pt x="83781" y="99528"/>
                  </a:lnTo>
                  <a:lnTo>
                    <a:pt x="30609" y="88739"/>
                  </a:lnTo>
                  <a:lnTo>
                    <a:pt x="3593" y="115757"/>
                  </a:lnTo>
                  <a:lnTo>
                    <a:pt x="0" y="134221"/>
                  </a:lnTo>
                  <a:lnTo>
                    <a:pt x="3593" y="152686"/>
                  </a:lnTo>
                  <a:lnTo>
                    <a:pt x="133884" y="288415"/>
                  </a:lnTo>
                  <a:lnTo>
                    <a:pt x="168592" y="302790"/>
                  </a:lnTo>
                  <a:lnTo>
                    <a:pt x="178216" y="301837"/>
                  </a:lnTo>
                  <a:lnTo>
                    <a:pt x="407875" y="83784"/>
                  </a:lnTo>
                  <a:lnTo>
                    <a:pt x="422231" y="49069"/>
                  </a:lnTo>
                  <a:lnTo>
                    <a:pt x="418642" y="30605"/>
                  </a:lnTo>
                  <a:lnTo>
                    <a:pt x="407875" y="14384"/>
                  </a:lnTo>
                  <a:lnTo>
                    <a:pt x="391628" y="3596"/>
                  </a:lnTo>
                  <a:lnTo>
                    <a:pt x="37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67550" y="8004302"/>
              <a:ext cx="1133855" cy="55930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17942" y="8004302"/>
              <a:ext cx="566927" cy="559307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5979795" y="6283833"/>
            <a:ext cx="2686050" cy="989330"/>
            <a:chOff x="5979795" y="6283833"/>
            <a:chExt cx="2686050" cy="989330"/>
          </a:xfrm>
        </p:grpSpPr>
        <p:sp>
          <p:nvSpPr>
            <p:cNvPr id="70" name="object 70"/>
            <p:cNvSpPr/>
            <p:nvPr/>
          </p:nvSpPr>
          <p:spPr>
            <a:xfrm>
              <a:off x="5979795" y="6283833"/>
              <a:ext cx="2327910" cy="989330"/>
            </a:xfrm>
            <a:custGeom>
              <a:avLst/>
              <a:gdLst/>
              <a:ahLst/>
              <a:cxnLst/>
              <a:rect l="l" t="t" r="r" b="b"/>
              <a:pathLst>
                <a:path w="2327909" h="989329">
                  <a:moveTo>
                    <a:pt x="1833118" y="0"/>
                  </a:moveTo>
                  <a:lnTo>
                    <a:pt x="494664" y="0"/>
                  </a:lnTo>
                  <a:lnTo>
                    <a:pt x="447028" y="2264"/>
                  </a:lnTo>
                  <a:lnTo>
                    <a:pt x="400672" y="8920"/>
                  </a:lnTo>
                  <a:lnTo>
                    <a:pt x="355804" y="19759"/>
                  </a:lnTo>
                  <a:lnTo>
                    <a:pt x="312631" y="34575"/>
                  </a:lnTo>
                  <a:lnTo>
                    <a:pt x="271360" y="53159"/>
                  </a:lnTo>
                  <a:lnTo>
                    <a:pt x="232200" y="75305"/>
                  </a:lnTo>
                  <a:lnTo>
                    <a:pt x="195357" y="100805"/>
                  </a:lnTo>
                  <a:lnTo>
                    <a:pt x="161038" y="129452"/>
                  </a:lnTo>
                  <a:lnTo>
                    <a:pt x="129452" y="161038"/>
                  </a:lnTo>
                  <a:lnTo>
                    <a:pt x="100805" y="195357"/>
                  </a:lnTo>
                  <a:lnTo>
                    <a:pt x="75305" y="232200"/>
                  </a:lnTo>
                  <a:lnTo>
                    <a:pt x="53159" y="271360"/>
                  </a:lnTo>
                  <a:lnTo>
                    <a:pt x="34575" y="312631"/>
                  </a:lnTo>
                  <a:lnTo>
                    <a:pt x="19759" y="355804"/>
                  </a:lnTo>
                  <a:lnTo>
                    <a:pt x="8920" y="400672"/>
                  </a:lnTo>
                  <a:lnTo>
                    <a:pt x="2264" y="447028"/>
                  </a:lnTo>
                  <a:lnTo>
                    <a:pt x="0" y="494664"/>
                  </a:lnTo>
                  <a:lnTo>
                    <a:pt x="2264" y="542301"/>
                  </a:lnTo>
                  <a:lnTo>
                    <a:pt x="8920" y="588657"/>
                  </a:lnTo>
                  <a:lnTo>
                    <a:pt x="19759" y="633525"/>
                  </a:lnTo>
                  <a:lnTo>
                    <a:pt x="34575" y="676698"/>
                  </a:lnTo>
                  <a:lnTo>
                    <a:pt x="53159" y="717969"/>
                  </a:lnTo>
                  <a:lnTo>
                    <a:pt x="75305" y="757129"/>
                  </a:lnTo>
                  <a:lnTo>
                    <a:pt x="100805" y="793972"/>
                  </a:lnTo>
                  <a:lnTo>
                    <a:pt x="129452" y="828291"/>
                  </a:lnTo>
                  <a:lnTo>
                    <a:pt x="161038" y="859877"/>
                  </a:lnTo>
                  <a:lnTo>
                    <a:pt x="195357" y="888524"/>
                  </a:lnTo>
                  <a:lnTo>
                    <a:pt x="232200" y="914024"/>
                  </a:lnTo>
                  <a:lnTo>
                    <a:pt x="271360" y="936170"/>
                  </a:lnTo>
                  <a:lnTo>
                    <a:pt x="312631" y="954754"/>
                  </a:lnTo>
                  <a:lnTo>
                    <a:pt x="355804" y="969570"/>
                  </a:lnTo>
                  <a:lnTo>
                    <a:pt x="400672" y="980409"/>
                  </a:lnTo>
                  <a:lnTo>
                    <a:pt x="447028" y="987065"/>
                  </a:lnTo>
                  <a:lnTo>
                    <a:pt x="494664" y="989329"/>
                  </a:lnTo>
                  <a:lnTo>
                    <a:pt x="1833118" y="989329"/>
                  </a:lnTo>
                  <a:lnTo>
                    <a:pt x="1880754" y="987065"/>
                  </a:lnTo>
                  <a:lnTo>
                    <a:pt x="1927110" y="980409"/>
                  </a:lnTo>
                  <a:lnTo>
                    <a:pt x="1971978" y="969570"/>
                  </a:lnTo>
                  <a:lnTo>
                    <a:pt x="2015151" y="954754"/>
                  </a:lnTo>
                  <a:lnTo>
                    <a:pt x="2056422" y="936170"/>
                  </a:lnTo>
                  <a:lnTo>
                    <a:pt x="2095582" y="914024"/>
                  </a:lnTo>
                  <a:lnTo>
                    <a:pt x="2132425" y="888524"/>
                  </a:lnTo>
                  <a:lnTo>
                    <a:pt x="2166744" y="859877"/>
                  </a:lnTo>
                  <a:lnTo>
                    <a:pt x="2198330" y="828291"/>
                  </a:lnTo>
                  <a:lnTo>
                    <a:pt x="2226977" y="793972"/>
                  </a:lnTo>
                  <a:lnTo>
                    <a:pt x="2252477" y="757129"/>
                  </a:lnTo>
                  <a:lnTo>
                    <a:pt x="2274623" y="717969"/>
                  </a:lnTo>
                  <a:lnTo>
                    <a:pt x="2293207" y="676698"/>
                  </a:lnTo>
                  <a:lnTo>
                    <a:pt x="2308023" y="633525"/>
                  </a:lnTo>
                  <a:lnTo>
                    <a:pt x="2318862" y="588657"/>
                  </a:lnTo>
                  <a:lnTo>
                    <a:pt x="2325518" y="542301"/>
                  </a:lnTo>
                  <a:lnTo>
                    <a:pt x="2327782" y="494664"/>
                  </a:lnTo>
                  <a:lnTo>
                    <a:pt x="2325518" y="447028"/>
                  </a:lnTo>
                  <a:lnTo>
                    <a:pt x="2318862" y="400672"/>
                  </a:lnTo>
                  <a:lnTo>
                    <a:pt x="2308023" y="355804"/>
                  </a:lnTo>
                  <a:lnTo>
                    <a:pt x="2293207" y="312631"/>
                  </a:lnTo>
                  <a:lnTo>
                    <a:pt x="2274623" y="271360"/>
                  </a:lnTo>
                  <a:lnTo>
                    <a:pt x="2252477" y="232200"/>
                  </a:lnTo>
                  <a:lnTo>
                    <a:pt x="2226977" y="195357"/>
                  </a:lnTo>
                  <a:lnTo>
                    <a:pt x="2198330" y="161038"/>
                  </a:lnTo>
                  <a:lnTo>
                    <a:pt x="2166744" y="129452"/>
                  </a:lnTo>
                  <a:lnTo>
                    <a:pt x="2132425" y="100805"/>
                  </a:lnTo>
                  <a:lnTo>
                    <a:pt x="2095582" y="75305"/>
                  </a:lnTo>
                  <a:lnTo>
                    <a:pt x="2056422" y="53159"/>
                  </a:lnTo>
                  <a:lnTo>
                    <a:pt x="2015151" y="34575"/>
                  </a:lnTo>
                  <a:lnTo>
                    <a:pt x="1971978" y="19759"/>
                  </a:lnTo>
                  <a:lnTo>
                    <a:pt x="1927110" y="8920"/>
                  </a:lnTo>
                  <a:lnTo>
                    <a:pt x="1880754" y="2264"/>
                  </a:lnTo>
                  <a:lnTo>
                    <a:pt x="1833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949658" y="6420526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79" h="716279">
                  <a:moveTo>
                    <a:pt x="358039" y="0"/>
                  </a:moveTo>
                  <a:lnTo>
                    <a:pt x="309455" y="3268"/>
                  </a:lnTo>
                  <a:lnTo>
                    <a:pt x="262858" y="12790"/>
                  </a:lnTo>
                  <a:lnTo>
                    <a:pt x="218674" y="28137"/>
                  </a:lnTo>
                  <a:lnTo>
                    <a:pt x="177330" y="48883"/>
                  </a:lnTo>
                  <a:lnTo>
                    <a:pt x="139252" y="74602"/>
                  </a:lnTo>
                  <a:lnTo>
                    <a:pt x="104867" y="104867"/>
                  </a:lnTo>
                  <a:lnTo>
                    <a:pt x="74601" y="139250"/>
                  </a:lnTo>
                  <a:lnTo>
                    <a:pt x="48882" y="177325"/>
                  </a:lnTo>
                  <a:lnTo>
                    <a:pt x="28136" y="218665"/>
                  </a:lnTo>
                  <a:lnTo>
                    <a:pt x="12789" y="262844"/>
                  </a:lnTo>
                  <a:lnTo>
                    <a:pt x="3268" y="309434"/>
                  </a:lnTo>
                  <a:lnTo>
                    <a:pt x="0" y="358009"/>
                  </a:lnTo>
                  <a:lnTo>
                    <a:pt x="3268" y="406587"/>
                  </a:lnTo>
                  <a:lnTo>
                    <a:pt x="12789" y="453178"/>
                  </a:lnTo>
                  <a:lnTo>
                    <a:pt x="28136" y="497357"/>
                  </a:lnTo>
                  <a:lnTo>
                    <a:pt x="48883" y="538696"/>
                  </a:lnTo>
                  <a:lnTo>
                    <a:pt x="74602" y="576769"/>
                  </a:lnTo>
                  <a:lnTo>
                    <a:pt x="104867" y="611150"/>
                  </a:lnTo>
                  <a:lnTo>
                    <a:pt x="139252" y="641411"/>
                  </a:lnTo>
                  <a:lnTo>
                    <a:pt x="177330" y="667127"/>
                  </a:lnTo>
                  <a:lnTo>
                    <a:pt x="218675" y="687871"/>
                  </a:lnTo>
                  <a:lnTo>
                    <a:pt x="262859" y="703216"/>
                  </a:lnTo>
                  <a:lnTo>
                    <a:pt x="309456" y="712736"/>
                  </a:lnTo>
                  <a:lnTo>
                    <a:pt x="358040" y="716004"/>
                  </a:lnTo>
                  <a:lnTo>
                    <a:pt x="406623" y="712736"/>
                  </a:lnTo>
                  <a:lnTo>
                    <a:pt x="453220" y="703216"/>
                  </a:lnTo>
                  <a:lnTo>
                    <a:pt x="497405" y="687871"/>
                  </a:lnTo>
                  <a:lnTo>
                    <a:pt x="538751" y="667127"/>
                  </a:lnTo>
                  <a:lnTo>
                    <a:pt x="576832" y="641411"/>
                  </a:lnTo>
                  <a:lnTo>
                    <a:pt x="611220" y="611150"/>
                  </a:lnTo>
                  <a:lnTo>
                    <a:pt x="641488" y="576769"/>
                  </a:lnTo>
                  <a:lnTo>
                    <a:pt x="667210" y="538696"/>
                  </a:lnTo>
                  <a:lnTo>
                    <a:pt x="687960" y="497357"/>
                  </a:lnTo>
                  <a:lnTo>
                    <a:pt x="703309" y="453178"/>
                  </a:lnTo>
                  <a:lnTo>
                    <a:pt x="712831" y="406587"/>
                  </a:lnTo>
                  <a:lnTo>
                    <a:pt x="716100" y="358009"/>
                  </a:lnTo>
                  <a:lnTo>
                    <a:pt x="712823" y="309434"/>
                  </a:lnTo>
                  <a:lnTo>
                    <a:pt x="703295" y="262844"/>
                  </a:lnTo>
                  <a:lnTo>
                    <a:pt x="687942" y="218665"/>
                  </a:lnTo>
                  <a:lnTo>
                    <a:pt x="667192" y="177325"/>
                  </a:lnTo>
                  <a:lnTo>
                    <a:pt x="641470" y="139250"/>
                  </a:lnTo>
                  <a:lnTo>
                    <a:pt x="611204" y="104867"/>
                  </a:lnTo>
                  <a:lnTo>
                    <a:pt x="576819" y="74602"/>
                  </a:lnTo>
                  <a:lnTo>
                    <a:pt x="538742" y="48883"/>
                  </a:lnTo>
                  <a:lnTo>
                    <a:pt x="497399" y="28137"/>
                  </a:lnTo>
                  <a:lnTo>
                    <a:pt x="453216" y="12790"/>
                  </a:lnTo>
                  <a:lnTo>
                    <a:pt x="406621" y="3268"/>
                  </a:lnTo>
                  <a:lnTo>
                    <a:pt x="35803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096410" y="6627139"/>
              <a:ext cx="422275" cy="302895"/>
            </a:xfrm>
            <a:custGeom>
              <a:avLst/>
              <a:gdLst/>
              <a:ahLst/>
              <a:cxnLst/>
              <a:rect l="l" t="t" r="r" b="b"/>
              <a:pathLst>
                <a:path w="422275" h="302895">
                  <a:moveTo>
                    <a:pt x="373150" y="0"/>
                  </a:moveTo>
                  <a:lnTo>
                    <a:pt x="354672" y="3596"/>
                  </a:lnTo>
                  <a:lnTo>
                    <a:pt x="338426" y="14384"/>
                  </a:lnTo>
                  <a:lnTo>
                    <a:pt x="168580" y="184304"/>
                  </a:lnTo>
                  <a:lnTo>
                    <a:pt x="83781" y="99528"/>
                  </a:lnTo>
                  <a:lnTo>
                    <a:pt x="30609" y="88740"/>
                  </a:lnTo>
                  <a:lnTo>
                    <a:pt x="3593" y="115757"/>
                  </a:lnTo>
                  <a:lnTo>
                    <a:pt x="0" y="134221"/>
                  </a:lnTo>
                  <a:lnTo>
                    <a:pt x="3593" y="152686"/>
                  </a:lnTo>
                  <a:lnTo>
                    <a:pt x="133884" y="288415"/>
                  </a:lnTo>
                  <a:lnTo>
                    <a:pt x="168592" y="302790"/>
                  </a:lnTo>
                  <a:lnTo>
                    <a:pt x="178216" y="301837"/>
                  </a:lnTo>
                  <a:lnTo>
                    <a:pt x="407875" y="83784"/>
                  </a:lnTo>
                  <a:lnTo>
                    <a:pt x="422231" y="49069"/>
                  </a:lnTo>
                  <a:lnTo>
                    <a:pt x="418642" y="30605"/>
                  </a:lnTo>
                  <a:lnTo>
                    <a:pt x="407875" y="14384"/>
                  </a:lnTo>
                  <a:lnTo>
                    <a:pt x="391628" y="3596"/>
                  </a:lnTo>
                  <a:lnTo>
                    <a:pt x="37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7584" y="6492240"/>
              <a:ext cx="850392" cy="55930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44512" y="6492240"/>
              <a:ext cx="850392" cy="559308"/>
            </a:xfrm>
            <a:prstGeom prst="rect">
              <a:avLst/>
            </a:prstGeom>
          </p:spPr>
        </p:pic>
      </p:grpSp>
      <p:pic>
        <p:nvPicPr>
          <p:cNvPr id="92" name="object 9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53665" y="8810154"/>
            <a:ext cx="538756" cy="53880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4801EB33-10EC-9D28-E981-1C09CD0F1B19}"/>
              </a:ext>
            </a:extLst>
          </p:cNvPr>
          <p:cNvSpPr txBox="1"/>
          <p:nvPr/>
        </p:nvSpPr>
        <p:spPr>
          <a:xfrm>
            <a:off x="8538357" y="4767565"/>
            <a:ext cx="9212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Strengthen our market presence in Gauteng by securing long‑term residential and commercial cleaning contracts.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B22690-C444-3FC4-99EC-2287EAF6FC07}"/>
              </a:ext>
            </a:extLst>
          </p:cNvPr>
          <p:cNvSpPr txBox="1"/>
          <p:nvPr/>
        </p:nvSpPr>
        <p:spPr>
          <a:xfrm>
            <a:off x="8477440" y="6302057"/>
            <a:ext cx="9212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Expand operations into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neighbouring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provinces and introduce eco‑friendly cleaning solutions as a core service offering.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AE1032-F88F-8046-E452-68DA2D24665E}"/>
              </a:ext>
            </a:extLst>
          </p:cNvPr>
          <p:cNvSpPr txBox="1"/>
          <p:nvPr/>
        </p:nvSpPr>
        <p:spPr>
          <a:xfrm>
            <a:off x="8538357" y="7786607"/>
            <a:ext cx="9212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Establish Shine Spec as a nationally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recognised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brand with a reputation for excellence, innovation, and customer satisfaction.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8178165" cy="10287000"/>
            <a:chOff x="0" y="-2"/>
            <a:chExt cx="817816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7602854" cy="10286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02855" y="0"/>
              <a:ext cx="575310" cy="10287000"/>
            </a:xfrm>
            <a:custGeom>
              <a:avLst/>
              <a:gdLst/>
              <a:ahLst/>
              <a:cxnLst/>
              <a:rect l="l" t="t" r="r" b="b"/>
              <a:pathLst>
                <a:path w="575309" h="10287000">
                  <a:moveTo>
                    <a:pt x="0" y="10287000"/>
                  </a:moveTo>
                  <a:lnTo>
                    <a:pt x="574751" y="10287000"/>
                  </a:lnTo>
                  <a:lnTo>
                    <a:pt x="574751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83154" y="694690"/>
            <a:ext cx="1844040" cy="2788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95245" y="9206179"/>
            <a:ext cx="2610865" cy="33985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14150">
              <a:lnSpc>
                <a:spcPct val="100000"/>
              </a:lnSpc>
              <a:spcBef>
                <a:spcPts val="105"/>
              </a:spcBef>
            </a:pPr>
            <a:r>
              <a:rPr spc="925" dirty="0"/>
              <a:t>Benefits</a:t>
            </a:r>
          </a:p>
        </p:txBody>
      </p:sp>
      <p:sp>
        <p:nvSpPr>
          <p:cNvPr id="8" name="object 8"/>
          <p:cNvSpPr/>
          <p:nvPr/>
        </p:nvSpPr>
        <p:spPr>
          <a:xfrm>
            <a:off x="14139926" y="2346198"/>
            <a:ext cx="3119755" cy="0"/>
          </a:xfrm>
          <a:custGeom>
            <a:avLst/>
            <a:gdLst/>
            <a:ahLst/>
            <a:cxnLst/>
            <a:rect l="l" t="t" r="r" b="b"/>
            <a:pathLst>
              <a:path w="3119755">
                <a:moveTo>
                  <a:pt x="0" y="0"/>
                </a:moveTo>
                <a:lnTo>
                  <a:pt x="311937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23E1AC-B6C9-0CA9-9663-5986CA4A5CFA}"/>
              </a:ext>
            </a:extLst>
          </p:cNvPr>
          <p:cNvSpPr txBox="1"/>
          <p:nvPr/>
        </p:nvSpPr>
        <p:spPr>
          <a:xfrm>
            <a:off x="8617330" y="2922289"/>
            <a:ext cx="94116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Professional Quality Trained staff and proven methods ensure consistently excellent results.</a:t>
            </a:r>
          </a:p>
          <a:p>
            <a:pPr marL="457200" indent="-457200" algn="ctr">
              <a:buAutoNum type="arabicPeriod"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buAutoNum type="arabicPeriod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Time Savings We handle the cleaning so you can focus on what matters most.</a:t>
            </a:r>
          </a:p>
          <a:p>
            <a:pPr marL="457200" indent="-457200" algn="ctr">
              <a:buAutoNum type="arabicPeriod"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buAutoNum type="arabicPeriod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Health &amp; Hygiene Safe, effective products create a cleaner, healthier environment.</a:t>
            </a:r>
          </a:p>
          <a:p>
            <a:pPr marL="457200" indent="-457200" algn="ctr">
              <a:buAutoNum type="arabicPeriod"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buAutoNum type="arabicPeriod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Flexible Solutions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Customised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cleaning plans to suit your schedule and needs.</a:t>
            </a:r>
          </a:p>
          <a:p>
            <a:pPr marL="457200" indent="-457200" algn="ctr">
              <a:buAutoNum type="arabicPeriod"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buAutoNum type="arabicPeriod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Reliable Service On‑time, dependable, and committed to exceeding expectations.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290559" cy="10287000"/>
            <a:chOff x="0" y="0"/>
            <a:chExt cx="8290559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114800" cy="10287000"/>
            </a:xfrm>
            <a:custGeom>
              <a:avLst/>
              <a:gdLst/>
              <a:ahLst/>
              <a:cxnLst/>
              <a:rect l="l" t="t" r="r" b="b"/>
              <a:pathLst>
                <a:path w="4114800" h="10287000">
                  <a:moveTo>
                    <a:pt x="4114800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4114800" y="1028700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76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1028697"/>
              <a:ext cx="7261606" cy="9258299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0908918" y="4287520"/>
            <a:ext cx="6328410" cy="2940050"/>
          </a:xfrm>
          <a:custGeom>
            <a:avLst/>
            <a:gdLst/>
            <a:ahLst/>
            <a:cxnLst/>
            <a:rect l="l" t="t" r="r" b="b"/>
            <a:pathLst>
              <a:path w="6328409" h="2940050">
                <a:moveTo>
                  <a:pt x="0" y="2939796"/>
                </a:moveTo>
                <a:lnTo>
                  <a:pt x="6328283" y="2939796"/>
                </a:lnTo>
                <a:lnTo>
                  <a:pt x="6328283" y="0"/>
                </a:lnTo>
                <a:lnTo>
                  <a:pt x="0" y="0"/>
                </a:lnTo>
                <a:lnTo>
                  <a:pt x="0" y="2939796"/>
                </a:lnTo>
                <a:close/>
              </a:path>
            </a:pathLst>
          </a:custGeom>
          <a:ln w="38100">
            <a:solidFill>
              <a:srgbClr val="73737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39926" y="3473958"/>
            <a:ext cx="3119755" cy="0"/>
          </a:xfrm>
          <a:custGeom>
            <a:avLst/>
            <a:gdLst/>
            <a:ahLst/>
            <a:cxnLst/>
            <a:rect l="l" t="t" r="r" b="b"/>
            <a:pathLst>
              <a:path w="3119755">
                <a:moveTo>
                  <a:pt x="0" y="0"/>
                </a:moveTo>
                <a:lnTo>
                  <a:pt x="311937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930" rIns="0" bIns="0" rtlCol="0">
            <a:spAutoFit/>
          </a:bodyPr>
          <a:lstStyle/>
          <a:p>
            <a:pPr marL="8550910" marR="5080" algn="r">
              <a:lnSpc>
                <a:spcPts val="8800"/>
              </a:lnSpc>
              <a:spcBef>
                <a:spcPts val="100"/>
              </a:spcBef>
            </a:pPr>
            <a:r>
              <a:rPr spc="930" dirty="0"/>
              <a:t>Let's</a:t>
            </a:r>
            <a:r>
              <a:rPr spc="450" dirty="0"/>
              <a:t> </a:t>
            </a:r>
            <a:r>
              <a:rPr spc="925" dirty="0"/>
              <a:t>Connect</a:t>
            </a:r>
          </a:p>
          <a:p>
            <a:pPr marL="8550910" marR="5080" algn="r">
              <a:lnSpc>
                <a:spcPts val="8800"/>
              </a:lnSpc>
            </a:pPr>
            <a:r>
              <a:rPr spc="880" dirty="0"/>
              <a:t>With</a:t>
            </a:r>
            <a:r>
              <a:rPr spc="430" dirty="0"/>
              <a:t> </a:t>
            </a:r>
            <a:r>
              <a:rPr spc="695" dirty="0"/>
              <a:t>Us!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2918313" y="5469128"/>
            <a:ext cx="4024629" cy="576580"/>
            <a:chOff x="12918313" y="5469128"/>
            <a:chExt cx="4024629" cy="576580"/>
          </a:xfrm>
        </p:grpSpPr>
        <p:sp>
          <p:nvSpPr>
            <p:cNvPr id="9" name="object 9"/>
            <p:cNvSpPr/>
            <p:nvPr/>
          </p:nvSpPr>
          <p:spPr>
            <a:xfrm>
              <a:off x="16366363" y="5469128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163" y="0"/>
                  </a:moveTo>
                  <a:lnTo>
                    <a:pt x="241425" y="3772"/>
                  </a:lnTo>
                  <a:lnTo>
                    <a:pt x="197087" y="14693"/>
                  </a:lnTo>
                  <a:lnTo>
                    <a:pt x="155743" y="32170"/>
                  </a:lnTo>
                  <a:lnTo>
                    <a:pt x="117985" y="55611"/>
                  </a:lnTo>
                  <a:lnTo>
                    <a:pt x="84407" y="84423"/>
                  </a:lnTo>
                  <a:lnTo>
                    <a:pt x="55603" y="118012"/>
                  </a:lnTo>
                  <a:lnTo>
                    <a:pt x="32167" y="155786"/>
                  </a:lnTo>
                  <a:lnTo>
                    <a:pt x="14692" y="197152"/>
                  </a:lnTo>
                  <a:lnTo>
                    <a:pt x="3772" y="241518"/>
                  </a:lnTo>
                  <a:lnTo>
                    <a:pt x="0" y="288289"/>
                  </a:lnTo>
                  <a:lnTo>
                    <a:pt x="3772" y="335061"/>
                  </a:lnTo>
                  <a:lnTo>
                    <a:pt x="14692" y="379427"/>
                  </a:lnTo>
                  <a:lnTo>
                    <a:pt x="32167" y="420793"/>
                  </a:lnTo>
                  <a:lnTo>
                    <a:pt x="55603" y="458567"/>
                  </a:lnTo>
                  <a:lnTo>
                    <a:pt x="84407" y="492156"/>
                  </a:lnTo>
                  <a:lnTo>
                    <a:pt x="117985" y="520968"/>
                  </a:lnTo>
                  <a:lnTo>
                    <a:pt x="155743" y="544409"/>
                  </a:lnTo>
                  <a:lnTo>
                    <a:pt x="197087" y="561886"/>
                  </a:lnTo>
                  <a:lnTo>
                    <a:pt x="241425" y="572807"/>
                  </a:lnTo>
                  <a:lnTo>
                    <a:pt x="288163" y="576580"/>
                  </a:lnTo>
                  <a:lnTo>
                    <a:pt x="334934" y="572807"/>
                  </a:lnTo>
                  <a:lnTo>
                    <a:pt x="379300" y="561886"/>
                  </a:lnTo>
                  <a:lnTo>
                    <a:pt x="420666" y="544409"/>
                  </a:lnTo>
                  <a:lnTo>
                    <a:pt x="458440" y="520968"/>
                  </a:lnTo>
                  <a:lnTo>
                    <a:pt x="492029" y="492156"/>
                  </a:lnTo>
                  <a:lnTo>
                    <a:pt x="520841" y="458567"/>
                  </a:lnTo>
                  <a:lnTo>
                    <a:pt x="544282" y="420793"/>
                  </a:lnTo>
                  <a:lnTo>
                    <a:pt x="561759" y="379427"/>
                  </a:lnTo>
                  <a:lnTo>
                    <a:pt x="572680" y="335061"/>
                  </a:lnTo>
                  <a:lnTo>
                    <a:pt x="576452" y="288289"/>
                  </a:lnTo>
                  <a:lnTo>
                    <a:pt x="572680" y="241518"/>
                  </a:lnTo>
                  <a:lnTo>
                    <a:pt x="561759" y="197152"/>
                  </a:lnTo>
                  <a:lnTo>
                    <a:pt x="544282" y="155786"/>
                  </a:lnTo>
                  <a:lnTo>
                    <a:pt x="520841" y="118012"/>
                  </a:lnTo>
                  <a:lnTo>
                    <a:pt x="492029" y="84423"/>
                  </a:lnTo>
                  <a:lnTo>
                    <a:pt x="458440" y="55611"/>
                  </a:lnTo>
                  <a:lnTo>
                    <a:pt x="420666" y="32170"/>
                  </a:lnTo>
                  <a:lnTo>
                    <a:pt x="379300" y="14693"/>
                  </a:lnTo>
                  <a:lnTo>
                    <a:pt x="334934" y="3772"/>
                  </a:lnTo>
                  <a:lnTo>
                    <a:pt x="288163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97563" y="5637703"/>
              <a:ext cx="316230" cy="241935"/>
            </a:xfrm>
            <a:custGeom>
              <a:avLst/>
              <a:gdLst/>
              <a:ahLst/>
              <a:cxnLst/>
              <a:rect l="l" t="t" r="r" b="b"/>
              <a:pathLst>
                <a:path w="316230" h="241935">
                  <a:moveTo>
                    <a:pt x="284339" y="0"/>
                  </a:moveTo>
                  <a:lnTo>
                    <a:pt x="31592" y="0"/>
                  </a:lnTo>
                  <a:lnTo>
                    <a:pt x="156" y="30190"/>
                  </a:lnTo>
                  <a:lnTo>
                    <a:pt x="91" y="105667"/>
                  </a:lnTo>
                  <a:lnTo>
                    <a:pt x="0" y="211334"/>
                  </a:lnTo>
                  <a:lnTo>
                    <a:pt x="31594" y="241524"/>
                  </a:lnTo>
                  <a:lnTo>
                    <a:pt x="284341" y="241525"/>
                  </a:lnTo>
                  <a:lnTo>
                    <a:pt x="296641" y="239153"/>
                  </a:lnTo>
                  <a:lnTo>
                    <a:pt x="306683" y="232685"/>
                  </a:lnTo>
                  <a:lnTo>
                    <a:pt x="313452" y="223088"/>
                  </a:lnTo>
                  <a:lnTo>
                    <a:pt x="315934" y="211334"/>
                  </a:lnTo>
                  <a:lnTo>
                    <a:pt x="315934" y="135858"/>
                  </a:lnTo>
                  <a:lnTo>
                    <a:pt x="157965" y="135858"/>
                  </a:lnTo>
                  <a:lnTo>
                    <a:pt x="31593" y="60381"/>
                  </a:lnTo>
                  <a:lnTo>
                    <a:pt x="31593" y="30190"/>
                  </a:lnTo>
                  <a:lnTo>
                    <a:pt x="315933" y="30191"/>
                  </a:lnTo>
                  <a:lnTo>
                    <a:pt x="313451" y="18436"/>
                  </a:lnTo>
                  <a:lnTo>
                    <a:pt x="306682" y="8840"/>
                  </a:lnTo>
                  <a:lnTo>
                    <a:pt x="296640" y="2371"/>
                  </a:lnTo>
                  <a:lnTo>
                    <a:pt x="284339" y="0"/>
                  </a:lnTo>
                  <a:close/>
                </a:path>
                <a:path w="316230" h="241935">
                  <a:moveTo>
                    <a:pt x="315933" y="30191"/>
                  </a:moveTo>
                  <a:lnTo>
                    <a:pt x="284339" y="30190"/>
                  </a:lnTo>
                  <a:lnTo>
                    <a:pt x="284340" y="60381"/>
                  </a:lnTo>
                  <a:lnTo>
                    <a:pt x="157965" y="135858"/>
                  </a:lnTo>
                  <a:lnTo>
                    <a:pt x="315934" y="135858"/>
                  </a:lnTo>
                  <a:lnTo>
                    <a:pt x="315933" y="30191"/>
                  </a:lnTo>
                  <a:close/>
                </a:path>
                <a:path w="316230" h="241935">
                  <a:moveTo>
                    <a:pt x="284339" y="30190"/>
                  </a:moveTo>
                  <a:lnTo>
                    <a:pt x="31593" y="30190"/>
                  </a:lnTo>
                  <a:lnTo>
                    <a:pt x="157965" y="105667"/>
                  </a:lnTo>
                  <a:lnTo>
                    <a:pt x="284339" y="3019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18313" y="5549138"/>
              <a:ext cx="3146932" cy="381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99638" y="5549138"/>
              <a:ext cx="542544" cy="3810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959460" y="6436233"/>
            <a:ext cx="3983354" cy="576580"/>
            <a:chOff x="12959460" y="6436233"/>
            <a:chExt cx="3983354" cy="576580"/>
          </a:xfrm>
        </p:grpSpPr>
        <p:sp>
          <p:nvSpPr>
            <p:cNvPr id="14" name="object 14"/>
            <p:cNvSpPr/>
            <p:nvPr/>
          </p:nvSpPr>
          <p:spPr>
            <a:xfrm>
              <a:off x="16366363" y="643623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163" y="0"/>
                  </a:moveTo>
                  <a:lnTo>
                    <a:pt x="241425" y="3772"/>
                  </a:lnTo>
                  <a:lnTo>
                    <a:pt x="197087" y="14692"/>
                  </a:lnTo>
                  <a:lnTo>
                    <a:pt x="155743" y="32167"/>
                  </a:lnTo>
                  <a:lnTo>
                    <a:pt x="117985" y="55603"/>
                  </a:lnTo>
                  <a:lnTo>
                    <a:pt x="84407" y="84407"/>
                  </a:lnTo>
                  <a:lnTo>
                    <a:pt x="55603" y="117985"/>
                  </a:lnTo>
                  <a:lnTo>
                    <a:pt x="32167" y="155743"/>
                  </a:lnTo>
                  <a:lnTo>
                    <a:pt x="14692" y="197087"/>
                  </a:lnTo>
                  <a:lnTo>
                    <a:pt x="3772" y="241425"/>
                  </a:lnTo>
                  <a:lnTo>
                    <a:pt x="0" y="288163"/>
                  </a:lnTo>
                  <a:lnTo>
                    <a:pt x="3772" y="334934"/>
                  </a:lnTo>
                  <a:lnTo>
                    <a:pt x="14692" y="379300"/>
                  </a:lnTo>
                  <a:lnTo>
                    <a:pt x="32167" y="420666"/>
                  </a:lnTo>
                  <a:lnTo>
                    <a:pt x="55603" y="458440"/>
                  </a:lnTo>
                  <a:lnTo>
                    <a:pt x="84407" y="492029"/>
                  </a:lnTo>
                  <a:lnTo>
                    <a:pt x="117985" y="520841"/>
                  </a:lnTo>
                  <a:lnTo>
                    <a:pt x="155743" y="544282"/>
                  </a:lnTo>
                  <a:lnTo>
                    <a:pt x="197087" y="561759"/>
                  </a:lnTo>
                  <a:lnTo>
                    <a:pt x="241425" y="572680"/>
                  </a:lnTo>
                  <a:lnTo>
                    <a:pt x="288163" y="576452"/>
                  </a:lnTo>
                  <a:lnTo>
                    <a:pt x="334934" y="572680"/>
                  </a:lnTo>
                  <a:lnTo>
                    <a:pt x="379300" y="561759"/>
                  </a:lnTo>
                  <a:lnTo>
                    <a:pt x="420666" y="544282"/>
                  </a:lnTo>
                  <a:lnTo>
                    <a:pt x="458440" y="520841"/>
                  </a:lnTo>
                  <a:lnTo>
                    <a:pt x="492029" y="492029"/>
                  </a:lnTo>
                  <a:lnTo>
                    <a:pt x="520841" y="458440"/>
                  </a:lnTo>
                  <a:lnTo>
                    <a:pt x="544282" y="420666"/>
                  </a:lnTo>
                  <a:lnTo>
                    <a:pt x="561759" y="379300"/>
                  </a:lnTo>
                  <a:lnTo>
                    <a:pt x="572680" y="334934"/>
                  </a:lnTo>
                  <a:lnTo>
                    <a:pt x="576452" y="288163"/>
                  </a:lnTo>
                  <a:lnTo>
                    <a:pt x="572680" y="241425"/>
                  </a:lnTo>
                  <a:lnTo>
                    <a:pt x="561759" y="197087"/>
                  </a:lnTo>
                  <a:lnTo>
                    <a:pt x="544282" y="155743"/>
                  </a:lnTo>
                  <a:lnTo>
                    <a:pt x="520841" y="117985"/>
                  </a:lnTo>
                  <a:lnTo>
                    <a:pt x="492029" y="84407"/>
                  </a:lnTo>
                  <a:lnTo>
                    <a:pt x="458440" y="55603"/>
                  </a:lnTo>
                  <a:lnTo>
                    <a:pt x="420666" y="32167"/>
                  </a:lnTo>
                  <a:lnTo>
                    <a:pt x="379300" y="14692"/>
                  </a:lnTo>
                  <a:lnTo>
                    <a:pt x="334934" y="3772"/>
                  </a:lnTo>
                  <a:lnTo>
                    <a:pt x="288163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455908" y="652566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212198" y="0"/>
                  </a:moveTo>
                  <a:lnTo>
                    <a:pt x="168226" y="1984"/>
                  </a:lnTo>
                  <a:lnTo>
                    <a:pt x="127209" y="13008"/>
                  </a:lnTo>
                  <a:lnTo>
                    <a:pt x="90163" y="32058"/>
                  </a:lnTo>
                  <a:lnTo>
                    <a:pt x="58057" y="58176"/>
                  </a:lnTo>
                  <a:lnTo>
                    <a:pt x="32041" y="90181"/>
                  </a:lnTo>
                  <a:lnTo>
                    <a:pt x="12993" y="127227"/>
                  </a:lnTo>
                  <a:lnTo>
                    <a:pt x="2029" y="168043"/>
                  </a:lnTo>
                  <a:lnTo>
                    <a:pt x="1975" y="168244"/>
                  </a:lnTo>
                  <a:lnTo>
                    <a:pt x="0" y="212218"/>
                  </a:lnTo>
                  <a:lnTo>
                    <a:pt x="9087" y="260092"/>
                  </a:lnTo>
                  <a:lnTo>
                    <a:pt x="28979" y="303255"/>
                  </a:lnTo>
                  <a:lnTo>
                    <a:pt x="55798" y="337206"/>
                  </a:lnTo>
                  <a:lnTo>
                    <a:pt x="91206" y="366298"/>
                  </a:lnTo>
                  <a:lnTo>
                    <a:pt x="138241" y="389250"/>
                  </a:lnTo>
                  <a:lnTo>
                    <a:pt x="186112" y="398339"/>
                  </a:lnTo>
                  <a:lnTo>
                    <a:pt x="230085" y="396364"/>
                  </a:lnTo>
                  <a:lnTo>
                    <a:pt x="271103" y="385345"/>
                  </a:lnTo>
                  <a:lnTo>
                    <a:pt x="276385" y="382630"/>
                  </a:lnTo>
                  <a:lnTo>
                    <a:pt x="191478" y="382630"/>
                  </a:lnTo>
                  <a:lnTo>
                    <a:pt x="178516" y="377134"/>
                  </a:lnTo>
                  <a:lnTo>
                    <a:pt x="128841" y="369419"/>
                  </a:lnTo>
                  <a:lnTo>
                    <a:pt x="87907" y="345889"/>
                  </a:lnTo>
                  <a:lnTo>
                    <a:pt x="70127" y="330506"/>
                  </a:lnTo>
                  <a:lnTo>
                    <a:pt x="78818" y="325487"/>
                  </a:lnTo>
                  <a:lnTo>
                    <a:pt x="89029" y="320833"/>
                  </a:lnTo>
                  <a:lnTo>
                    <a:pt x="93732" y="319118"/>
                  </a:lnTo>
                  <a:lnTo>
                    <a:pt x="59500" y="319118"/>
                  </a:lnTo>
                  <a:lnTo>
                    <a:pt x="41768" y="294749"/>
                  </a:lnTo>
                  <a:lnTo>
                    <a:pt x="28156" y="267612"/>
                  </a:lnTo>
                  <a:lnTo>
                    <a:pt x="19123" y="238160"/>
                  </a:lnTo>
                  <a:lnTo>
                    <a:pt x="15129" y="206849"/>
                  </a:lnTo>
                  <a:lnTo>
                    <a:pt x="397392" y="206849"/>
                  </a:lnTo>
                  <a:lnTo>
                    <a:pt x="398081" y="191500"/>
                  </a:lnTo>
                  <a:lnTo>
                    <a:pt x="15129" y="191499"/>
                  </a:lnTo>
                  <a:lnTo>
                    <a:pt x="19091" y="160334"/>
                  </a:lnTo>
                  <a:lnTo>
                    <a:pt x="28047" y="131006"/>
                  </a:lnTo>
                  <a:lnTo>
                    <a:pt x="41542" y="103963"/>
                  </a:lnTo>
                  <a:lnTo>
                    <a:pt x="59122" y="79651"/>
                  </a:lnTo>
                  <a:lnTo>
                    <a:pt x="94222" y="79651"/>
                  </a:lnTo>
                  <a:lnTo>
                    <a:pt x="88900" y="77748"/>
                  </a:lnTo>
                  <a:lnTo>
                    <a:pt x="78580" y="73163"/>
                  </a:lnTo>
                  <a:lnTo>
                    <a:pt x="69737" y="68222"/>
                  </a:lnTo>
                  <a:lnTo>
                    <a:pt x="87575" y="52709"/>
                  </a:lnTo>
                  <a:lnTo>
                    <a:pt x="107307" y="39554"/>
                  </a:lnTo>
                  <a:lnTo>
                    <a:pt x="128681" y="28999"/>
                  </a:lnTo>
                  <a:lnTo>
                    <a:pt x="151560" y="21229"/>
                  </a:lnTo>
                  <a:lnTo>
                    <a:pt x="178461" y="21229"/>
                  </a:lnTo>
                  <a:lnTo>
                    <a:pt x="191477" y="15706"/>
                  </a:lnTo>
                  <a:lnTo>
                    <a:pt x="274391" y="15706"/>
                  </a:lnTo>
                  <a:lnTo>
                    <a:pt x="260063" y="9100"/>
                  </a:lnTo>
                  <a:lnTo>
                    <a:pt x="212198" y="0"/>
                  </a:lnTo>
                  <a:close/>
                </a:path>
                <a:path w="398780" h="398779">
                  <a:moveTo>
                    <a:pt x="206830" y="302901"/>
                  </a:moveTo>
                  <a:lnTo>
                    <a:pt x="191478" y="302901"/>
                  </a:lnTo>
                  <a:lnTo>
                    <a:pt x="191478" y="382630"/>
                  </a:lnTo>
                  <a:lnTo>
                    <a:pt x="206830" y="382630"/>
                  </a:lnTo>
                  <a:lnTo>
                    <a:pt x="206830" y="302901"/>
                  </a:lnTo>
                  <a:close/>
                </a:path>
                <a:path w="398780" h="398779">
                  <a:moveTo>
                    <a:pt x="305093" y="302901"/>
                  </a:moveTo>
                  <a:lnTo>
                    <a:pt x="206830" y="302901"/>
                  </a:lnTo>
                  <a:lnTo>
                    <a:pt x="223165" y="303539"/>
                  </a:lnTo>
                  <a:lnTo>
                    <a:pt x="239121" y="304824"/>
                  </a:lnTo>
                  <a:lnTo>
                    <a:pt x="254564" y="306748"/>
                  </a:lnTo>
                  <a:lnTo>
                    <a:pt x="269358" y="309298"/>
                  </a:lnTo>
                  <a:lnTo>
                    <a:pt x="256890" y="337206"/>
                  </a:lnTo>
                  <a:lnTo>
                    <a:pt x="241994" y="359390"/>
                  </a:lnTo>
                  <a:lnTo>
                    <a:pt x="225145" y="374862"/>
                  </a:lnTo>
                  <a:lnTo>
                    <a:pt x="206821" y="382630"/>
                  </a:lnTo>
                  <a:lnTo>
                    <a:pt x="276385" y="382630"/>
                  </a:lnTo>
                  <a:lnTo>
                    <a:pt x="287075" y="377134"/>
                  </a:lnTo>
                  <a:lnTo>
                    <a:pt x="246750" y="377134"/>
                  </a:lnTo>
                  <a:lnTo>
                    <a:pt x="257835" y="364585"/>
                  </a:lnTo>
                  <a:lnTo>
                    <a:pt x="267943" y="349559"/>
                  </a:lnTo>
                  <a:lnTo>
                    <a:pt x="276972" y="332250"/>
                  </a:lnTo>
                  <a:lnTo>
                    <a:pt x="284736" y="313056"/>
                  </a:lnTo>
                  <a:lnTo>
                    <a:pt x="284819" y="312852"/>
                  </a:lnTo>
                  <a:lnTo>
                    <a:pt x="328507" y="312852"/>
                  </a:lnTo>
                  <a:lnTo>
                    <a:pt x="317361" y="307524"/>
                  </a:lnTo>
                  <a:lnTo>
                    <a:pt x="305093" y="302901"/>
                  </a:lnTo>
                  <a:close/>
                </a:path>
                <a:path w="398780" h="398779">
                  <a:moveTo>
                    <a:pt x="130537" y="312851"/>
                  </a:moveTo>
                  <a:lnTo>
                    <a:pt x="113489" y="312851"/>
                  </a:lnTo>
                  <a:lnTo>
                    <a:pt x="121334" y="332250"/>
                  </a:lnTo>
                  <a:lnTo>
                    <a:pt x="130363" y="349559"/>
                  </a:lnTo>
                  <a:lnTo>
                    <a:pt x="140472" y="364585"/>
                  </a:lnTo>
                  <a:lnTo>
                    <a:pt x="151555" y="377134"/>
                  </a:lnTo>
                  <a:lnTo>
                    <a:pt x="178516" y="377134"/>
                  </a:lnTo>
                  <a:lnTo>
                    <a:pt x="173158" y="374862"/>
                  </a:lnTo>
                  <a:lnTo>
                    <a:pt x="156312" y="359390"/>
                  </a:lnTo>
                  <a:lnTo>
                    <a:pt x="141417" y="337206"/>
                  </a:lnTo>
                  <a:lnTo>
                    <a:pt x="130628" y="313056"/>
                  </a:lnTo>
                  <a:lnTo>
                    <a:pt x="130537" y="312851"/>
                  </a:lnTo>
                  <a:close/>
                </a:path>
                <a:path w="398780" h="398779">
                  <a:moveTo>
                    <a:pt x="328507" y="312852"/>
                  </a:moveTo>
                  <a:lnTo>
                    <a:pt x="284819" y="312852"/>
                  </a:lnTo>
                  <a:lnTo>
                    <a:pt x="297675" y="316602"/>
                  </a:lnTo>
                  <a:lnTo>
                    <a:pt x="309273" y="320834"/>
                  </a:lnTo>
                  <a:lnTo>
                    <a:pt x="319487" y="325487"/>
                  </a:lnTo>
                  <a:lnTo>
                    <a:pt x="328187" y="330506"/>
                  </a:lnTo>
                  <a:lnTo>
                    <a:pt x="310409" y="345889"/>
                  </a:lnTo>
                  <a:lnTo>
                    <a:pt x="290766" y="358932"/>
                  </a:lnTo>
                  <a:lnTo>
                    <a:pt x="269474" y="369419"/>
                  </a:lnTo>
                  <a:lnTo>
                    <a:pt x="246750" y="377134"/>
                  </a:lnTo>
                  <a:lnTo>
                    <a:pt x="287075" y="377134"/>
                  </a:lnTo>
                  <a:lnTo>
                    <a:pt x="308152" y="366298"/>
                  </a:lnTo>
                  <a:lnTo>
                    <a:pt x="340215" y="340236"/>
                  </a:lnTo>
                  <a:lnTo>
                    <a:pt x="357382" y="319118"/>
                  </a:lnTo>
                  <a:lnTo>
                    <a:pt x="338818" y="319118"/>
                  </a:lnTo>
                  <a:lnTo>
                    <a:pt x="328936" y="313056"/>
                  </a:lnTo>
                  <a:lnTo>
                    <a:pt x="328507" y="312852"/>
                  </a:lnTo>
                  <a:close/>
                </a:path>
                <a:path w="398780" h="398779">
                  <a:moveTo>
                    <a:pt x="110976" y="206849"/>
                  </a:moveTo>
                  <a:lnTo>
                    <a:pt x="95630" y="206849"/>
                  </a:lnTo>
                  <a:lnTo>
                    <a:pt x="96782" y="230108"/>
                  </a:lnTo>
                  <a:lnTo>
                    <a:pt x="96847" y="231409"/>
                  </a:lnTo>
                  <a:lnTo>
                    <a:pt x="99501" y="254928"/>
                  </a:lnTo>
                  <a:lnTo>
                    <a:pt x="103511" y="277246"/>
                  </a:lnTo>
                  <a:lnTo>
                    <a:pt x="108793" y="298204"/>
                  </a:lnTo>
                  <a:lnTo>
                    <a:pt x="94131" y="302560"/>
                  </a:lnTo>
                  <a:lnTo>
                    <a:pt x="80961" y="307524"/>
                  </a:lnTo>
                  <a:lnTo>
                    <a:pt x="69383" y="313056"/>
                  </a:lnTo>
                  <a:lnTo>
                    <a:pt x="59500" y="319118"/>
                  </a:lnTo>
                  <a:lnTo>
                    <a:pt x="93732" y="319118"/>
                  </a:lnTo>
                  <a:lnTo>
                    <a:pt x="100630" y="316602"/>
                  </a:lnTo>
                  <a:lnTo>
                    <a:pt x="113489" y="312851"/>
                  </a:lnTo>
                  <a:lnTo>
                    <a:pt x="130537" y="312851"/>
                  </a:lnTo>
                  <a:lnTo>
                    <a:pt x="128949" y="309298"/>
                  </a:lnTo>
                  <a:lnTo>
                    <a:pt x="143739" y="306747"/>
                  </a:lnTo>
                  <a:lnTo>
                    <a:pt x="159182" y="304824"/>
                  </a:lnTo>
                  <a:lnTo>
                    <a:pt x="175140" y="303539"/>
                  </a:lnTo>
                  <a:lnTo>
                    <a:pt x="191478" y="302901"/>
                  </a:lnTo>
                  <a:lnTo>
                    <a:pt x="305093" y="302901"/>
                  </a:lnTo>
                  <a:lnTo>
                    <a:pt x="304191" y="302561"/>
                  </a:lnTo>
                  <a:lnTo>
                    <a:pt x="289518" y="298205"/>
                  </a:lnTo>
                  <a:lnTo>
                    <a:pt x="290388" y="294750"/>
                  </a:lnTo>
                  <a:lnTo>
                    <a:pt x="124139" y="294750"/>
                  </a:lnTo>
                  <a:lnTo>
                    <a:pt x="118888" y="274439"/>
                  </a:lnTo>
                  <a:lnTo>
                    <a:pt x="114891" y="252934"/>
                  </a:lnTo>
                  <a:lnTo>
                    <a:pt x="112221" y="230333"/>
                  </a:lnTo>
                  <a:lnTo>
                    <a:pt x="110976" y="206849"/>
                  </a:lnTo>
                  <a:close/>
                </a:path>
                <a:path w="398780" h="398779">
                  <a:moveTo>
                    <a:pt x="397392" y="206849"/>
                  </a:moveTo>
                  <a:lnTo>
                    <a:pt x="383191" y="206849"/>
                  </a:lnTo>
                  <a:lnTo>
                    <a:pt x="379185" y="238160"/>
                  </a:lnTo>
                  <a:lnTo>
                    <a:pt x="370150" y="267612"/>
                  </a:lnTo>
                  <a:lnTo>
                    <a:pt x="356543" y="294750"/>
                  </a:lnTo>
                  <a:lnTo>
                    <a:pt x="338818" y="319118"/>
                  </a:lnTo>
                  <a:lnTo>
                    <a:pt x="357382" y="319118"/>
                  </a:lnTo>
                  <a:lnTo>
                    <a:pt x="366279" y="308174"/>
                  </a:lnTo>
                  <a:lnTo>
                    <a:pt x="385328" y="271127"/>
                  </a:lnTo>
                  <a:lnTo>
                    <a:pt x="396287" y="230333"/>
                  </a:lnTo>
                  <a:lnTo>
                    <a:pt x="396347" y="230108"/>
                  </a:lnTo>
                  <a:lnTo>
                    <a:pt x="397392" y="206849"/>
                  </a:lnTo>
                  <a:close/>
                </a:path>
                <a:path w="398780" h="398779">
                  <a:moveTo>
                    <a:pt x="206830" y="206849"/>
                  </a:moveTo>
                  <a:lnTo>
                    <a:pt x="191478" y="206849"/>
                  </a:lnTo>
                  <a:lnTo>
                    <a:pt x="191478" y="287548"/>
                  </a:lnTo>
                  <a:lnTo>
                    <a:pt x="173864" y="288241"/>
                  </a:lnTo>
                  <a:lnTo>
                    <a:pt x="156662" y="289665"/>
                  </a:lnTo>
                  <a:lnTo>
                    <a:pt x="140026" y="291801"/>
                  </a:lnTo>
                  <a:lnTo>
                    <a:pt x="123468" y="294750"/>
                  </a:lnTo>
                  <a:lnTo>
                    <a:pt x="274843" y="294750"/>
                  </a:lnTo>
                  <a:lnTo>
                    <a:pt x="258280" y="291801"/>
                  </a:lnTo>
                  <a:lnTo>
                    <a:pt x="241642" y="289665"/>
                  </a:lnTo>
                  <a:lnTo>
                    <a:pt x="224441" y="288241"/>
                  </a:lnTo>
                  <a:lnTo>
                    <a:pt x="206830" y="287548"/>
                  </a:lnTo>
                  <a:lnTo>
                    <a:pt x="206830" y="206849"/>
                  </a:lnTo>
                  <a:close/>
                </a:path>
                <a:path w="398780" h="398779">
                  <a:moveTo>
                    <a:pt x="302680" y="206849"/>
                  </a:moveTo>
                  <a:lnTo>
                    <a:pt x="287331" y="206849"/>
                  </a:lnTo>
                  <a:lnTo>
                    <a:pt x="286100" y="230108"/>
                  </a:lnTo>
                  <a:lnTo>
                    <a:pt x="286088" y="230333"/>
                  </a:lnTo>
                  <a:lnTo>
                    <a:pt x="283418" y="252934"/>
                  </a:lnTo>
                  <a:lnTo>
                    <a:pt x="279422" y="274439"/>
                  </a:lnTo>
                  <a:lnTo>
                    <a:pt x="274172" y="294750"/>
                  </a:lnTo>
                  <a:lnTo>
                    <a:pt x="290388" y="294750"/>
                  </a:lnTo>
                  <a:lnTo>
                    <a:pt x="294796" y="277246"/>
                  </a:lnTo>
                  <a:lnTo>
                    <a:pt x="298806" y="254928"/>
                  </a:lnTo>
                  <a:lnTo>
                    <a:pt x="301461" y="231409"/>
                  </a:lnTo>
                  <a:lnTo>
                    <a:pt x="302680" y="206849"/>
                  </a:lnTo>
                  <a:close/>
                </a:path>
                <a:path w="398780" h="398779">
                  <a:moveTo>
                    <a:pt x="94222" y="79651"/>
                  </a:moveTo>
                  <a:lnTo>
                    <a:pt x="59122" y="79651"/>
                  </a:lnTo>
                  <a:lnTo>
                    <a:pt x="69148" y="85628"/>
                  </a:lnTo>
                  <a:lnTo>
                    <a:pt x="80830" y="91083"/>
                  </a:lnTo>
                  <a:lnTo>
                    <a:pt x="94065" y="95978"/>
                  </a:lnTo>
                  <a:lnTo>
                    <a:pt x="108751" y="100278"/>
                  </a:lnTo>
                  <a:lnTo>
                    <a:pt x="103484" y="121212"/>
                  </a:lnTo>
                  <a:lnTo>
                    <a:pt x="99485" y="143499"/>
                  </a:lnTo>
                  <a:lnTo>
                    <a:pt x="96838" y="166981"/>
                  </a:lnTo>
                  <a:lnTo>
                    <a:pt x="95624" y="191499"/>
                  </a:lnTo>
                  <a:lnTo>
                    <a:pt x="110976" y="191499"/>
                  </a:lnTo>
                  <a:lnTo>
                    <a:pt x="112206" y="168244"/>
                  </a:lnTo>
                  <a:lnTo>
                    <a:pt x="112217" y="168043"/>
                  </a:lnTo>
                  <a:lnTo>
                    <a:pt x="114881" y="145466"/>
                  </a:lnTo>
                  <a:lnTo>
                    <a:pt x="118869" y="123983"/>
                  </a:lnTo>
                  <a:lnTo>
                    <a:pt x="124040" y="103963"/>
                  </a:lnTo>
                  <a:lnTo>
                    <a:pt x="124080" y="103806"/>
                  </a:lnTo>
                  <a:lnTo>
                    <a:pt x="290446" y="103806"/>
                  </a:lnTo>
                  <a:lnTo>
                    <a:pt x="289559" y="100278"/>
                  </a:lnTo>
                  <a:lnTo>
                    <a:pt x="304237" y="95979"/>
                  </a:lnTo>
                  <a:lnTo>
                    <a:pt x="305664" y="95451"/>
                  </a:lnTo>
                  <a:lnTo>
                    <a:pt x="191477" y="95451"/>
                  </a:lnTo>
                  <a:lnTo>
                    <a:pt x="175161" y="94819"/>
                  </a:lnTo>
                  <a:lnTo>
                    <a:pt x="159206" y="93549"/>
                  </a:lnTo>
                  <a:lnTo>
                    <a:pt x="143747" y="91652"/>
                  </a:lnTo>
                  <a:lnTo>
                    <a:pt x="128920" y="89136"/>
                  </a:lnTo>
                  <a:lnTo>
                    <a:pt x="130485" y="85628"/>
                  </a:lnTo>
                  <a:lnTo>
                    <a:pt x="113464" y="85628"/>
                  </a:lnTo>
                  <a:lnTo>
                    <a:pt x="100564" y="81920"/>
                  </a:lnTo>
                  <a:lnTo>
                    <a:pt x="94222" y="79651"/>
                  </a:lnTo>
                  <a:close/>
                </a:path>
                <a:path w="398780" h="398779">
                  <a:moveTo>
                    <a:pt x="274208" y="103806"/>
                  </a:moveTo>
                  <a:lnTo>
                    <a:pt x="124080" y="103806"/>
                  </a:lnTo>
                  <a:lnTo>
                    <a:pt x="140039" y="106604"/>
                  </a:lnTo>
                  <a:lnTo>
                    <a:pt x="156693" y="108712"/>
                  </a:lnTo>
                  <a:lnTo>
                    <a:pt x="173890" y="110117"/>
                  </a:lnTo>
                  <a:lnTo>
                    <a:pt x="191477" y="110804"/>
                  </a:lnTo>
                  <a:lnTo>
                    <a:pt x="191477" y="191499"/>
                  </a:lnTo>
                  <a:lnTo>
                    <a:pt x="206829" y="191500"/>
                  </a:lnTo>
                  <a:lnTo>
                    <a:pt x="206829" y="110804"/>
                  </a:lnTo>
                  <a:lnTo>
                    <a:pt x="224358" y="110117"/>
                  </a:lnTo>
                  <a:lnTo>
                    <a:pt x="241574" y="108713"/>
                  </a:lnTo>
                  <a:lnTo>
                    <a:pt x="258235" y="106604"/>
                  </a:lnTo>
                  <a:lnTo>
                    <a:pt x="274208" y="103806"/>
                  </a:lnTo>
                  <a:close/>
                </a:path>
                <a:path w="398780" h="398779">
                  <a:moveTo>
                    <a:pt x="290446" y="103806"/>
                  </a:moveTo>
                  <a:lnTo>
                    <a:pt x="274227" y="103806"/>
                  </a:lnTo>
                  <a:lnTo>
                    <a:pt x="279438" y="123983"/>
                  </a:lnTo>
                  <a:lnTo>
                    <a:pt x="283425" y="145467"/>
                  </a:lnTo>
                  <a:lnTo>
                    <a:pt x="285965" y="166981"/>
                  </a:lnTo>
                  <a:lnTo>
                    <a:pt x="286090" y="168043"/>
                  </a:lnTo>
                  <a:lnTo>
                    <a:pt x="287331" y="191500"/>
                  </a:lnTo>
                  <a:lnTo>
                    <a:pt x="302680" y="191500"/>
                  </a:lnTo>
                  <a:lnTo>
                    <a:pt x="298820" y="143499"/>
                  </a:lnTo>
                  <a:lnTo>
                    <a:pt x="290485" y="103963"/>
                  </a:lnTo>
                  <a:lnTo>
                    <a:pt x="290446" y="103806"/>
                  </a:lnTo>
                  <a:close/>
                </a:path>
                <a:path w="398780" h="398779">
                  <a:moveTo>
                    <a:pt x="357114" y="79652"/>
                  </a:moveTo>
                  <a:lnTo>
                    <a:pt x="339168" y="79652"/>
                  </a:lnTo>
                  <a:lnTo>
                    <a:pt x="356650" y="103806"/>
                  </a:lnTo>
                  <a:lnTo>
                    <a:pt x="356763" y="103963"/>
                  </a:lnTo>
                  <a:lnTo>
                    <a:pt x="370266" y="131006"/>
                  </a:lnTo>
                  <a:lnTo>
                    <a:pt x="379226" y="160334"/>
                  </a:lnTo>
                  <a:lnTo>
                    <a:pt x="383191" y="191500"/>
                  </a:lnTo>
                  <a:lnTo>
                    <a:pt x="398081" y="191500"/>
                  </a:lnTo>
                  <a:lnTo>
                    <a:pt x="398322" y="186133"/>
                  </a:lnTo>
                  <a:lnTo>
                    <a:pt x="389223" y="138266"/>
                  </a:lnTo>
                  <a:lnTo>
                    <a:pt x="369323" y="95106"/>
                  </a:lnTo>
                  <a:lnTo>
                    <a:pt x="357114" y="79652"/>
                  </a:lnTo>
                  <a:close/>
                </a:path>
                <a:path w="398780" h="398779">
                  <a:moveTo>
                    <a:pt x="206829" y="15706"/>
                  </a:moveTo>
                  <a:lnTo>
                    <a:pt x="191477" y="15706"/>
                  </a:lnTo>
                  <a:lnTo>
                    <a:pt x="191477" y="95451"/>
                  </a:lnTo>
                  <a:lnTo>
                    <a:pt x="206829" y="95451"/>
                  </a:lnTo>
                  <a:lnTo>
                    <a:pt x="206829" y="15706"/>
                  </a:lnTo>
                  <a:close/>
                </a:path>
                <a:path w="398780" h="398779">
                  <a:moveTo>
                    <a:pt x="274391" y="15706"/>
                  </a:moveTo>
                  <a:lnTo>
                    <a:pt x="206829" y="15706"/>
                  </a:lnTo>
                  <a:lnTo>
                    <a:pt x="225159" y="23485"/>
                  </a:lnTo>
                  <a:lnTo>
                    <a:pt x="242015" y="38976"/>
                  </a:lnTo>
                  <a:lnTo>
                    <a:pt x="256917" y="61190"/>
                  </a:lnTo>
                  <a:lnTo>
                    <a:pt x="269386" y="89136"/>
                  </a:lnTo>
                  <a:lnTo>
                    <a:pt x="254559" y="91652"/>
                  </a:lnTo>
                  <a:lnTo>
                    <a:pt x="239100" y="93550"/>
                  </a:lnTo>
                  <a:lnTo>
                    <a:pt x="223145" y="94819"/>
                  </a:lnTo>
                  <a:lnTo>
                    <a:pt x="206829" y="95451"/>
                  </a:lnTo>
                  <a:lnTo>
                    <a:pt x="305664" y="95451"/>
                  </a:lnTo>
                  <a:lnTo>
                    <a:pt x="317473" y="91083"/>
                  </a:lnTo>
                  <a:lnTo>
                    <a:pt x="329153" y="85628"/>
                  </a:lnTo>
                  <a:lnTo>
                    <a:pt x="284872" y="85628"/>
                  </a:lnTo>
                  <a:lnTo>
                    <a:pt x="277015" y="66182"/>
                  </a:lnTo>
                  <a:lnTo>
                    <a:pt x="267976" y="48840"/>
                  </a:lnTo>
                  <a:lnTo>
                    <a:pt x="257854" y="33791"/>
                  </a:lnTo>
                  <a:lnTo>
                    <a:pt x="246756" y="21229"/>
                  </a:lnTo>
                  <a:lnTo>
                    <a:pt x="286369" y="21229"/>
                  </a:lnTo>
                  <a:lnTo>
                    <a:pt x="274391" y="15706"/>
                  </a:lnTo>
                  <a:close/>
                </a:path>
                <a:path w="398780" h="398779">
                  <a:moveTo>
                    <a:pt x="178461" y="21229"/>
                  </a:moveTo>
                  <a:lnTo>
                    <a:pt x="140457" y="33791"/>
                  </a:lnTo>
                  <a:lnTo>
                    <a:pt x="113437" y="85628"/>
                  </a:lnTo>
                  <a:lnTo>
                    <a:pt x="130485" y="85628"/>
                  </a:lnTo>
                  <a:lnTo>
                    <a:pt x="141389" y="61190"/>
                  </a:lnTo>
                  <a:lnTo>
                    <a:pt x="156291" y="38976"/>
                  </a:lnTo>
                  <a:lnTo>
                    <a:pt x="173147" y="23485"/>
                  </a:lnTo>
                  <a:lnTo>
                    <a:pt x="178461" y="21229"/>
                  </a:lnTo>
                  <a:close/>
                </a:path>
                <a:path w="398780" h="398779">
                  <a:moveTo>
                    <a:pt x="286369" y="21229"/>
                  </a:moveTo>
                  <a:lnTo>
                    <a:pt x="246756" y="21229"/>
                  </a:lnTo>
                  <a:lnTo>
                    <a:pt x="269631" y="28999"/>
                  </a:lnTo>
                  <a:lnTo>
                    <a:pt x="291001" y="39554"/>
                  </a:lnTo>
                  <a:lnTo>
                    <a:pt x="310731" y="52709"/>
                  </a:lnTo>
                  <a:lnTo>
                    <a:pt x="328569" y="68223"/>
                  </a:lnTo>
                  <a:lnTo>
                    <a:pt x="319722" y="73163"/>
                  </a:lnTo>
                  <a:lnTo>
                    <a:pt x="309404" y="77748"/>
                  </a:lnTo>
                  <a:lnTo>
                    <a:pt x="297744" y="81920"/>
                  </a:lnTo>
                  <a:lnTo>
                    <a:pt x="284846" y="85628"/>
                  </a:lnTo>
                  <a:lnTo>
                    <a:pt x="329153" y="85628"/>
                  </a:lnTo>
                  <a:lnTo>
                    <a:pt x="339168" y="79652"/>
                  </a:lnTo>
                  <a:lnTo>
                    <a:pt x="357114" y="79652"/>
                  </a:lnTo>
                  <a:lnTo>
                    <a:pt x="340148" y="58176"/>
                  </a:lnTo>
                  <a:lnTo>
                    <a:pt x="303220" y="28999"/>
                  </a:lnTo>
                  <a:lnTo>
                    <a:pt x="286369" y="21229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59460" y="6516319"/>
              <a:ext cx="3400298" cy="38130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3754988" y="4502150"/>
            <a:ext cx="3188335" cy="576580"/>
            <a:chOff x="13754988" y="4502150"/>
            <a:chExt cx="3188335" cy="576580"/>
          </a:xfrm>
        </p:grpSpPr>
        <p:sp>
          <p:nvSpPr>
            <p:cNvPr id="18" name="object 18"/>
            <p:cNvSpPr/>
            <p:nvPr/>
          </p:nvSpPr>
          <p:spPr>
            <a:xfrm>
              <a:off x="16366362" y="450215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163" y="0"/>
                  </a:moveTo>
                  <a:lnTo>
                    <a:pt x="241425" y="3772"/>
                  </a:lnTo>
                  <a:lnTo>
                    <a:pt x="197087" y="14692"/>
                  </a:lnTo>
                  <a:lnTo>
                    <a:pt x="155743" y="32167"/>
                  </a:lnTo>
                  <a:lnTo>
                    <a:pt x="117985" y="55603"/>
                  </a:lnTo>
                  <a:lnTo>
                    <a:pt x="84407" y="84407"/>
                  </a:lnTo>
                  <a:lnTo>
                    <a:pt x="55603" y="117985"/>
                  </a:lnTo>
                  <a:lnTo>
                    <a:pt x="32167" y="155743"/>
                  </a:lnTo>
                  <a:lnTo>
                    <a:pt x="14692" y="197087"/>
                  </a:lnTo>
                  <a:lnTo>
                    <a:pt x="3772" y="241425"/>
                  </a:lnTo>
                  <a:lnTo>
                    <a:pt x="0" y="288163"/>
                  </a:lnTo>
                  <a:lnTo>
                    <a:pt x="3772" y="334934"/>
                  </a:lnTo>
                  <a:lnTo>
                    <a:pt x="14692" y="379300"/>
                  </a:lnTo>
                  <a:lnTo>
                    <a:pt x="32167" y="420666"/>
                  </a:lnTo>
                  <a:lnTo>
                    <a:pt x="55603" y="458440"/>
                  </a:lnTo>
                  <a:lnTo>
                    <a:pt x="84407" y="492029"/>
                  </a:lnTo>
                  <a:lnTo>
                    <a:pt x="117985" y="520841"/>
                  </a:lnTo>
                  <a:lnTo>
                    <a:pt x="155743" y="544282"/>
                  </a:lnTo>
                  <a:lnTo>
                    <a:pt x="197087" y="561759"/>
                  </a:lnTo>
                  <a:lnTo>
                    <a:pt x="241425" y="572680"/>
                  </a:lnTo>
                  <a:lnTo>
                    <a:pt x="288163" y="576452"/>
                  </a:lnTo>
                  <a:lnTo>
                    <a:pt x="334934" y="572680"/>
                  </a:lnTo>
                  <a:lnTo>
                    <a:pt x="379300" y="561759"/>
                  </a:lnTo>
                  <a:lnTo>
                    <a:pt x="420666" y="544282"/>
                  </a:lnTo>
                  <a:lnTo>
                    <a:pt x="458440" y="520841"/>
                  </a:lnTo>
                  <a:lnTo>
                    <a:pt x="492029" y="492029"/>
                  </a:lnTo>
                  <a:lnTo>
                    <a:pt x="520841" y="458440"/>
                  </a:lnTo>
                  <a:lnTo>
                    <a:pt x="544282" y="420666"/>
                  </a:lnTo>
                  <a:lnTo>
                    <a:pt x="561759" y="379300"/>
                  </a:lnTo>
                  <a:lnTo>
                    <a:pt x="572680" y="334934"/>
                  </a:lnTo>
                  <a:lnTo>
                    <a:pt x="576452" y="288163"/>
                  </a:lnTo>
                  <a:lnTo>
                    <a:pt x="572680" y="241425"/>
                  </a:lnTo>
                  <a:lnTo>
                    <a:pt x="561759" y="197087"/>
                  </a:lnTo>
                  <a:lnTo>
                    <a:pt x="544282" y="155743"/>
                  </a:lnTo>
                  <a:lnTo>
                    <a:pt x="520841" y="117985"/>
                  </a:lnTo>
                  <a:lnTo>
                    <a:pt x="492029" y="84407"/>
                  </a:lnTo>
                  <a:lnTo>
                    <a:pt x="458440" y="55603"/>
                  </a:lnTo>
                  <a:lnTo>
                    <a:pt x="420666" y="32167"/>
                  </a:lnTo>
                  <a:lnTo>
                    <a:pt x="379300" y="14692"/>
                  </a:lnTo>
                  <a:lnTo>
                    <a:pt x="334934" y="3772"/>
                  </a:lnTo>
                  <a:lnTo>
                    <a:pt x="288163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473172" y="4608979"/>
              <a:ext cx="363220" cy="363220"/>
            </a:xfrm>
            <a:custGeom>
              <a:avLst/>
              <a:gdLst/>
              <a:ahLst/>
              <a:cxnLst/>
              <a:rect l="l" t="t" r="r" b="b"/>
              <a:pathLst>
                <a:path w="363219" h="363220">
                  <a:moveTo>
                    <a:pt x="289803" y="0"/>
                  </a:moveTo>
                  <a:lnTo>
                    <a:pt x="341938" y="20963"/>
                  </a:lnTo>
                  <a:lnTo>
                    <a:pt x="362901" y="71554"/>
                  </a:lnTo>
                  <a:lnTo>
                    <a:pt x="359088" y="118815"/>
                  </a:lnTo>
                  <a:lnTo>
                    <a:pt x="348048" y="163649"/>
                  </a:lnTo>
                  <a:lnTo>
                    <a:pt x="330382" y="205454"/>
                  </a:lnTo>
                  <a:lnTo>
                    <a:pt x="306689" y="243631"/>
                  </a:lnTo>
                  <a:lnTo>
                    <a:pt x="277569" y="277581"/>
                  </a:lnTo>
                  <a:lnTo>
                    <a:pt x="243622" y="306702"/>
                  </a:lnTo>
                  <a:lnTo>
                    <a:pt x="205447" y="330397"/>
                  </a:lnTo>
                  <a:lnTo>
                    <a:pt x="163645" y="348064"/>
                  </a:lnTo>
                  <a:lnTo>
                    <a:pt x="118815" y="359104"/>
                  </a:lnTo>
                  <a:lnTo>
                    <a:pt x="71558" y="362918"/>
                  </a:lnTo>
                  <a:lnTo>
                    <a:pt x="43709" y="357293"/>
                  </a:lnTo>
                  <a:lnTo>
                    <a:pt x="20963" y="341955"/>
                  </a:lnTo>
                  <a:lnTo>
                    <a:pt x="5625" y="319209"/>
                  </a:lnTo>
                  <a:lnTo>
                    <a:pt x="0" y="291361"/>
                  </a:lnTo>
                  <a:lnTo>
                    <a:pt x="0" y="289817"/>
                  </a:lnTo>
                  <a:lnTo>
                    <a:pt x="57" y="289060"/>
                  </a:lnTo>
                  <a:lnTo>
                    <a:pt x="292" y="281101"/>
                  </a:lnTo>
                  <a:lnTo>
                    <a:pt x="1836" y="273499"/>
                  </a:lnTo>
                  <a:lnTo>
                    <a:pt x="4486" y="266418"/>
                  </a:lnTo>
                  <a:lnTo>
                    <a:pt x="120875" y="239583"/>
                  </a:lnTo>
                  <a:lnTo>
                    <a:pt x="143051" y="288881"/>
                  </a:lnTo>
                  <a:lnTo>
                    <a:pt x="143108" y="289031"/>
                  </a:lnTo>
                  <a:lnTo>
                    <a:pt x="191770" y="266373"/>
                  </a:lnTo>
                  <a:lnTo>
                    <a:pt x="233400" y="233411"/>
                  </a:lnTo>
                  <a:lnTo>
                    <a:pt x="266361" y="191779"/>
                  </a:lnTo>
                  <a:lnTo>
                    <a:pt x="289017" y="143115"/>
                  </a:lnTo>
                  <a:lnTo>
                    <a:pt x="288867" y="143058"/>
                  </a:lnTo>
                  <a:lnTo>
                    <a:pt x="239543" y="120881"/>
                  </a:lnTo>
                  <a:lnTo>
                    <a:pt x="266376" y="4486"/>
                  </a:lnTo>
                  <a:lnTo>
                    <a:pt x="273456" y="1836"/>
                  </a:lnTo>
                  <a:lnTo>
                    <a:pt x="281087" y="292"/>
                  </a:lnTo>
                  <a:lnTo>
                    <a:pt x="289045" y="57"/>
                  </a:lnTo>
                  <a:lnTo>
                    <a:pt x="28980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54988" y="4582032"/>
              <a:ext cx="368807" cy="381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39392" y="4582032"/>
              <a:ext cx="2390775" cy="381000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181576" y="7920177"/>
            <a:ext cx="112776" cy="30510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583154" y="694690"/>
            <a:ext cx="1844040" cy="27889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795245" y="9236354"/>
            <a:ext cx="2610865" cy="3398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3C81C2-9505-61CD-4D01-E3258C57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>
            <a:extLst>
              <a:ext uri="{FF2B5EF4-FFF2-40B4-BE49-F238E27FC236}">
                <a16:creationId xmlns:a16="http://schemas.microsoft.com/office/drawing/2014/main" id="{D8B0EB7D-F127-22D5-8838-4ECF77C830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5245" y="9206179"/>
            <a:ext cx="2610865" cy="3398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2BD040-BE86-7F5D-D17F-4FBF3BCFF3A7}"/>
              </a:ext>
            </a:extLst>
          </p:cNvPr>
          <p:cNvSpPr txBox="1"/>
          <p:nvPr/>
        </p:nvSpPr>
        <p:spPr>
          <a:xfrm>
            <a:off x="457200" y="495300"/>
            <a:ext cx="1623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Shine Spec 26/10/2025 Meeting Notes with Malusi</a:t>
            </a:r>
            <a:endParaRPr lang="en-Z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5B5A38-D8EA-0D48-C24C-4B02654798DC}"/>
              </a:ext>
            </a:extLst>
          </p:cNvPr>
          <p:cNvSpPr txBox="1"/>
          <p:nvPr/>
        </p:nvSpPr>
        <p:spPr>
          <a:xfrm>
            <a:off x="457200" y="1485900"/>
            <a:ext cx="16230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Sweep South Update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3Dots: to verify background, education,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Have predictive cleaning schedule for regular people who’re booking for service</a:t>
            </a:r>
          </a:p>
          <a:p>
            <a:pPr algn="l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Smartbot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instant bookings via communication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Malusi to do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User flows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6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764</Words>
  <Application>Microsoft Office PowerPoint</Application>
  <PresentationFormat>Custom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MT</vt:lpstr>
      <vt:lpstr>Calibri</vt:lpstr>
      <vt:lpstr>Office Theme</vt:lpstr>
      <vt:lpstr>SHINE SPEC COMPANY PROFILE</vt:lpstr>
      <vt:lpstr>Table of Content</vt:lpstr>
      <vt:lpstr>About Company</vt:lpstr>
      <vt:lpstr>Mission</vt:lpstr>
      <vt:lpstr>Milestones</vt:lpstr>
      <vt:lpstr>THABO SIZIBA CEO</vt:lpstr>
      <vt:lpstr>PowerPoint Presentation</vt:lpstr>
      <vt:lpstr>Message from the CEO</vt:lpstr>
      <vt:lpstr>Our Service</vt:lpstr>
      <vt:lpstr>Business Strategy</vt:lpstr>
      <vt:lpstr>The Process</vt:lpstr>
      <vt:lpstr>Key Market Needs for MSME Empowerment</vt:lpstr>
      <vt:lpstr>PowerPoint Presentation</vt:lpstr>
      <vt:lpstr>Benefits</vt:lpstr>
      <vt:lpstr>Let's Connect With Us!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and Professional Company Profile Presentation</dc:title>
  <cp:lastModifiedBy>Thabo Siziba CW</cp:lastModifiedBy>
  <cp:revision>3</cp:revision>
  <dcterms:created xsi:type="dcterms:W3CDTF">2025-09-11T17:06:56Z</dcterms:created>
  <dcterms:modified xsi:type="dcterms:W3CDTF">2025-10-26T19:01:06Z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2025-09-11T00:00:00Z</vt:filetime>
  </property>
  <property fmtid="{D5CDD505-2E9C-101B-9397-08002B2CF9AE}" pid="5" name="Producer">
    <vt:lpwstr>Microsoft® PowerPoint® for Microsoft 365</vt:lpwstr>
  </property>
</Properties>
</file>